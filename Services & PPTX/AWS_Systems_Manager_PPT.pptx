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dirty="0"/>
              <a:t>AWS Systems Manager (SSM)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4727" y="4417888"/>
            <a:ext cx="4397339" cy="1220912"/>
          </a:xfrm>
        </p:spPr>
        <p:txBody>
          <a:bodyPr/>
          <a:lstStyle/>
          <a:p>
            <a:r>
              <a:rPr lang="en-US" dirty="0"/>
              <a:t>Manisha Akkapally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What is AWS Systems Manager?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AWS Systems Manager (SSM) is a management service for AWS resources.</a:t>
            </a:r>
          </a:p>
          <a:p>
            <a:r>
              <a:rPr dirty="0"/>
              <a:t>Helps automate operational tasks across AWS infrastructure.</a:t>
            </a:r>
          </a:p>
          <a:p>
            <a:r>
              <a:rPr dirty="0"/>
              <a:t>Provides visibility and control over EC2 instances and on-prem servers.</a:t>
            </a:r>
          </a:p>
          <a:p>
            <a:r>
              <a:rPr dirty="0"/>
              <a:t>Supports automation, patching, monitoring, and configuration management.</a:t>
            </a:r>
          </a:p>
          <a:p>
            <a:r>
              <a:rPr dirty="0"/>
              <a:t>Improves security and operational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Session Manager</a:t>
            </a:r>
          </a:p>
          <a:p>
            <a:r>
              <a:rPr dirty="0"/>
              <a:t>Patch Manager</a:t>
            </a:r>
          </a:p>
          <a:p>
            <a:r>
              <a:rPr dirty="0"/>
              <a:t>Run Command</a:t>
            </a:r>
          </a:p>
          <a:p>
            <a:r>
              <a:rPr dirty="0"/>
              <a:t>Parameter Store</a:t>
            </a:r>
          </a:p>
          <a:p>
            <a:r>
              <a:rPr dirty="0"/>
              <a:t>Automation Documents</a:t>
            </a:r>
          </a:p>
          <a:p>
            <a:r>
              <a:rPr dirty="0"/>
              <a:t>Inventory Management</a:t>
            </a:r>
          </a:p>
          <a:p>
            <a:r>
              <a:rPr dirty="0"/>
              <a:t>State Manager</a:t>
            </a:r>
          </a:p>
          <a:p>
            <a:r>
              <a:rPr dirty="0"/>
              <a:t>Maintenance Windows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Why Use AWS Systems Manager?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Centralized server management</a:t>
            </a:r>
          </a:p>
          <a:p>
            <a:r>
              <a:rPr dirty="0"/>
              <a:t>Secure remote access without SSH</a:t>
            </a:r>
          </a:p>
          <a:p>
            <a:r>
              <a:rPr dirty="0"/>
              <a:t>Automated patching and updates</a:t>
            </a:r>
          </a:p>
          <a:p>
            <a:r>
              <a:rPr dirty="0"/>
              <a:t>Reduced operational effort</a:t>
            </a:r>
          </a:p>
          <a:p>
            <a:r>
              <a:rPr dirty="0"/>
              <a:t>Improved compliance and security</a:t>
            </a:r>
          </a:p>
          <a:p>
            <a:r>
              <a:rPr dirty="0"/>
              <a:t>Simplified infrastructure automation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/>
              <a:t>AWS Systems Manager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				</a:t>
            </a:r>
            <a:r>
              <a:rPr dirty="0"/>
              <a:t>Administrator/User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       </a:t>
            </a:r>
            <a:r>
              <a:rPr lang="en-US" dirty="0"/>
              <a:t>                   </a:t>
            </a:r>
            <a:r>
              <a:rPr dirty="0"/>
              <a:t>↓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dirty="0"/>
              <a:t>AWS Systems Manager</a:t>
            </a:r>
          </a:p>
          <a:p>
            <a:pPr marL="0" indent="0">
              <a:buNone/>
            </a:pPr>
            <a:r>
              <a:rPr lang="en-US" dirty="0"/>
              <a:t>						 </a:t>
            </a:r>
            <a:r>
              <a:rPr dirty="0"/>
              <a:t>↓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dirty="0"/>
              <a:t>SSM Agent Installed on EC2/Servers</a:t>
            </a:r>
          </a:p>
          <a:p>
            <a:pPr marL="0" indent="0">
              <a:buNone/>
            </a:pPr>
            <a:r>
              <a:rPr lang="en-US" dirty="0"/>
              <a:t>				    </a:t>
            </a:r>
            <a:r>
              <a:rPr dirty="0"/>
              <a:t>       ↓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dirty="0"/>
              <a:t>Execute Commands, Patching, Monitoring, </a:t>
            </a:r>
            <a:r>
              <a:rPr lang="en-US" dirty="0"/>
              <a:t>       </a:t>
            </a:r>
            <a:r>
              <a:rPr dirty="0"/>
              <a:t>Automation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Session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Provides secure shell access to EC2 instances.</a:t>
            </a:r>
          </a:p>
          <a:p>
            <a:r>
              <a:rPr dirty="0"/>
              <a:t>No need to open SSH ports.</a:t>
            </a:r>
          </a:p>
          <a:p>
            <a:r>
              <a:rPr dirty="0"/>
              <a:t>No need for bastion hosts.</a:t>
            </a:r>
          </a:p>
          <a:p>
            <a:r>
              <a:rPr dirty="0"/>
              <a:t>Access controlled using IAM.</a:t>
            </a:r>
          </a:p>
          <a:p>
            <a:r>
              <a:rPr dirty="0"/>
              <a:t>Session logs can be stored in CloudWatch or S3.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Patch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Automates patching of operating systems.</a:t>
            </a:r>
          </a:p>
          <a:p>
            <a:r>
              <a:rPr dirty="0"/>
              <a:t>Supports Windows and Linux servers.</a:t>
            </a:r>
          </a:p>
          <a:p>
            <a:r>
              <a:rPr dirty="0"/>
              <a:t>Helps maintain security compliance.</a:t>
            </a:r>
          </a:p>
          <a:p>
            <a:r>
              <a:rPr dirty="0"/>
              <a:t>Allows scheduling patch operations.</a:t>
            </a:r>
          </a:p>
          <a:p>
            <a:r>
              <a:rPr dirty="0"/>
              <a:t>Generates patch compliance reports.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Run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Execute commands remotely on EC2 instances.</a:t>
            </a:r>
          </a:p>
          <a:p>
            <a:r>
              <a:rPr dirty="0"/>
              <a:t>Perform administrative tasks at scale.</a:t>
            </a:r>
          </a:p>
          <a:p>
            <a:r>
              <a:rPr dirty="0"/>
              <a:t>No direct server login required.</a:t>
            </a:r>
          </a:p>
          <a:p>
            <a:r>
              <a:rPr dirty="0"/>
              <a:t>Useful for software installation and troubleshooting.</a:t>
            </a:r>
          </a:p>
          <a:p>
            <a:r>
              <a:rPr dirty="0"/>
              <a:t>Integrated with CloudWatch.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Parameter Store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dirty="0"/>
              <a:t>ecure storage for configuration data.</a:t>
            </a:r>
          </a:p>
          <a:p>
            <a:r>
              <a:rPr dirty="0"/>
              <a:t>Store passwords, API keys, and environment variables.</a:t>
            </a:r>
          </a:p>
          <a:p>
            <a:r>
              <a:rPr dirty="0"/>
              <a:t>Supports encryption using AWS KMS.</a:t>
            </a:r>
          </a:p>
          <a:p>
            <a:r>
              <a:rPr dirty="0"/>
              <a:t>Version control for parameters.</a:t>
            </a:r>
          </a:p>
          <a:p>
            <a:r>
              <a:rPr dirty="0"/>
              <a:t>Easy integration with applications.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State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Maintains consistent server configurations.</a:t>
            </a:r>
          </a:p>
          <a:p>
            <a:r>
              <a:rPr dirty="0"/>
              <a:t>Automates software installation.</a:t>
            </a:r>
          </a:p>
          <a:p>
            <a:r>
              <a:rPr dirty="0"/>
              <a:t>Ensures compliance policies.</a:t>
            </a:r>
          </a:p>
          <a:p>
            <a:r>
              <a:rPr dirty="0"/>
              <a:t>Detects and corrects configuration drift.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Maintenance Windows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Schedule administrative tasks.</a:t>
            </a:r>
          </a:p>
          <a:p>
            <a:r>
              <a:rPr dirty="0"/>
              <a:t>Perform updates during low-traffic periods.</a:t>
            </a:r>
          </a:p>
          <a:p>
            <a:r>
              <a:rPr dirty="0"/>
              <a:t>Supports patching and automation activities.</a:t>
            </a:r>
          </a:p>
          <a:p>
            <a:r>
              <a:rPr dirty="0"/>
              <a:t>Reduces downtime impact.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Real-Time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b="1" dirty="0"/>
              <a:t>Scenario:</a:t>
            </a:r>
          </a:p>
          <a:p>
            <a:r>
              <a:rPr dirty="0"/>
              <a:t>A company manages 200 EC2 instances.</a:t>
            </a:r>
          </a:p>
          <a:p>
            <a:r>
              <a:rPr b="1" dirty="0"/>
              <a:t>Problem:</a:t>
            </a:r>
          </a:p>
          <a:p>
            <a:r>
              <a:rPr dirty="0"/>
              <a:t>Manual patching and server access are time-consuming.</a:t>
            </a:r>
          </a:p>
          <a:p>
            <a:r>
              <a:rPr b="1" dirty="0"/>
              <a:t>Solution:</a:t>
            </a:r>
          </a:p>
          <a:p>
            <a:r>
              <a:rPr dirty="0"/>
              <a:t>AWS Systems Manager automates patching, monitoring,</a:t>
            </a:r>
            <a:r>
              <a:rPr lang="en-US" dirty="0"/>
              <a:t> </a:t>
            </a:r>
            <a:r>
              <a:rPr dirty="0"/>
              <a:t>and remote administration.</a:t>
            </a:r>
          </a:p>
          <a:p>
            <a:r>
              <a:rPr b="1" dirty="0"/>
              <a:t>Result:</a:t>
            </a:r>
          </a:p>
          <a:p>
            <a:r>
              <a:rPr dirty="0"/>
              <a:t>Reduced operational effort and improved security.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Implementation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</a:t>
            </a:r>
            <a:r>
              <a:rPr dirty="0"/>
              <a:t>. Launch EC2 instance</a:t>
            </a:r>
          </a:p>
          <a:p>
            <a:pPr marL="0" indent="0">
              <a:buNone/>
            </a:pPr>
            <a:r>
              <a:rPr dirty="0"/>
              <a:t>2. Attach IAM Role with SSM permissions</a:t>
            </a:r>
          </a:p>
          <a:p>
            <a:pPr marL="0" indent="0">
              <a:buNone/>
            </a:pPr>
            <a:r>
              <a:rPr dirty="0"/>
              <a:t>3. Install or verify SSM Agent</a:t>
            </a:r>
          </a:p>
          <a:p>
            <a:pPr marL="0" indent="0">
              <a:buNone/>
            </a:pPr>
            <a:r>
              <a:rPr dirty="0"/>
              <a:t>4. Open AWS Systems Manager Console</a:t>
            </a:r>
          </a:p>
          <a:p>
            <a:pPr marL="0" indent="0">
              <a:buNone/>
            </a:pPr>
            <a:r>
              <a:rPr dirty="0"/>
              <a:t>5. Verify Managed Instance status</a:t>
            </a:r>
          </a:p>
          <a:p>
            <a:pPr marL="0" indent="0">
              <a:buNone/>
            </a:pPr>
            <a:r>
              <a:rPr dirty="0"/>
              <a:t>6. Use Session Manager or Run Command</a:t>
            </a:r>
          </a:p>
          <a:p>
            <a:pPr marL="0" indent="0">
              <a:buNone/>
            </a:pPr>
            <a:r>
              <a:rPr dirty="0"/>
              <a:t>7. Configure Patch Manager and Automation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Centralized infrastructure management</a:t>
            </a:r>
          </a:p>
          <a:p>
            <a:r>
              <a:rPr dirty="0"/>
              <a:t>Improved operational efficiency</a:t>
            </a:r>
          </a:p>
          <a:p>
            <a:r>
              <a:rPr dirty="0"/>
              <a:t>Better security and compliance</a:t>
            </a:r>
          </a:p>
          <a:p>
            <a:r>
              <a:rPr dirty="0"/>
              <a:t>Reduced administrative overhead</a:t>
            </a:r>
          </a:p>
          <a:p>
            <a:r>
              <a:rPr dirty="0"/>
              <a:t>Scalable automation capabilities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AWS Service Integrations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Amazon EC2</a:t>
            </a:r>
          </a:p>
          <a:p>
            <a:r>
              <a:rPr dirty="0"/>
              <a:t>AWS IAM</a:t>
            </a:r>
          </a:p>
          <a:p>
            <a:r>
              <a:rPr dirty="0"/>
              <a:t>Amazon CloudWatch</a:t>
            </a:r>
          </a:p>
          <a:p>
            <a:r>
              <a:rPr dirty="0"/>
              <a:t>AWS KMS</a:t>
            </a:r>
          </a:p>
          <a:p>
            <a:r>
              <a:rPr dirty="0"/>
              <a:t>Amazon S3</a:t>
            </a:r>
          </a:p>
          <a:p>
            <a:r>
              <a:rPr dirty="0"/>
              <a:t>AWS Lambda</a:t>
            </a:r>
          </a:p>
          <a:p>
            <a:r>
              <a:rPr dirty="0"/>
              <a:t>AWS Config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Many AWS Systems Manager features are free.</a:t>
            </a:r>
          </a:p>
          <a:p>
            <a:r>
              <a:rPr dirty="0"/>
              <a:t>Charges apply for advanced parameters and automation.</a:t>
            </a:r>
          </a:p>
          <a:p>
            <a:r>
              <a:rPr dirty="0"/>
              <a:t>Pricing depends on:</a:t>
            </a:r>
          </a:p>
          <a:p>
            <a:pPr marL="0" indent="0">
              <a:buNone/>
            </a:pPr>
            <a:r>
              <a:rPr dirty="0"/>
              <a:t>- Managed instances</a:t>
            </a:r>
          </a:p>
          <a:p>
            <a:pPr marL="0" indent="0">
              <a:buNone/>
            </a:pPr>
            <a:r>
              <a:rPr dirty="0"/>
              <a:t>- Automation executions</a:t>
            </a:r>
            <a:endParaRPr lang="en-US" dirty="0"/>
          </a:p>
          <a:p>
            <a:pPr marL="0" indent="0">
              <a:buNone/>
            </a:pPr>
            <a:r>
              <a:rPr dirty="0"/>
              <a:t>- Parameter storage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AWS Systems Manager simplifies</a:t>
            </a:r>
            <a:r>
              <a:rPr lang="en-US" dirty="0"/>
              <a:t> </a:t>
            </a:r>
            <a:r>
              <a:rPr dirty="0"/>
              <a:t>infrastructure management.</a:t>
            </a:r>
          </a:p>
          <a:p>
            <a:r>
              <a:rPr lang="en-US" dirty="0"/>
              <a:t>I</a:t>
            </a:r>
            <a:r>
              <a:rPr dirty="0"/>
              <a:t>t helps automate operations, improve security,</a:t>
            </a:r>
            <a:r>
              <a:rPr lang="en-US" dirty="0"/>
              <a:t> </a:t>
            </a:r>
            <a:r>
              <a:rPr dirty="0"/>
              <a:t>and manage servers efficiently at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522</Words>
  <Application>Microsoft Office PowerPoint</Application>
  <PresentationFormat>On-screen Show (4:3)</PresentationFormat>
  <Paragraphs>107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AWS Systems Manager (SSM)</vt:lpstr>
      <vt:lpstr>What is AWS Systems Manager?</vt:lpstr>
      <vt:lpstr>Key Features</vt:lpstr>
      <vt:lpstr>Why Use AWS Systems Manager?</vt:lpstr>
      <vt:lpstr>AWS Systems Manager Architecture</vt:lpstr>
      <vt:lpstr>Session Manager</vt:lpstr>
      <vt:lpstr>Patch Manager</vt:lpstr>
      <vt:lpstr>Run Command</vt:lpstr>
      <vt:lpstr>Parameter Store</vt:lpstr>
      <vt:lpstr>State Manager</vt:lpstr>
      <vt:lpstr>Maintenance Windows</vt:lpstr>
      <vt:lpstr>Real-Time Use Case</vt:lpstr>
      <vt:lpstr>Implementation Steps</vt:lpstr>
      <vt:lpstr>Advantages</vt:lpstr>
      <vt:lpstr>AWS Service Integrations</vt:lpstr>
      <vt:lpstr>Pricing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manisha reddy</dc:creator>
  <cp:keywords/>
  <dc:description>generated using python-pptx</dc:description>
  <cp:lastModifiedBy>Akkapally, Manisha (Student)</cp:lastModifiedBy>
  <cp:revision>2</cp:revision>
  <dcterms:created xsi:type="dcterms:W3CDTF">2013-01-27T09:14:16Z</dcterms:created>
  <dcterms:modified xsi:type="dcterms:W3CDTF">2026-05-08T10:44:21Z</dcterms:modified>
  <cp:category/>
</cp:coreProperties>
</file>