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07930F-9AD0-46BA-BAD4-CECBD051014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06890B-86A8-4AEC-8CE2-5C95FA536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75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6890B-86A8-4AEC-8CE2-5C95FA536FD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667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3AB5-EA98-4F5F-A677-0DD54A000677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B707-EF3E-4657-8516-E28F6297A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485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3AB5-EA98-4F5F-A677-0DD54A000677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B707-EF3E-4657-8516-E28F6297A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774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3AB5-EA98-4F5F-A677-0DD54A000677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B707-EF3E-4657-8516-E28F6297A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21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3AB5-EA98-4F5F-A677-0DD54A000677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B707-EF3E-4657-8516-E28F6297A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678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3AB5-EA98-4F5F-A677-0DD54A000677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B707-EF3E-4657-8516-E28F6297A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064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3AB5-EA98-4F5F-A677-0DD54A000677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B707-EF3E-4657-8516-E28F6297A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624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3AB5-EA98-4F5F-A677-0DD54A000677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B707-EF3E-4657-8516-E28F6297A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704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3AB5-EA98-4F5F-A677-0DD54A000677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B707-EF3E-4657-8516-E28F6297A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460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3AB5-EA98-4F5F-A677-0DD54A000677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B707-EF3E-4657-8516-E28F6297A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747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3AB5-EA98-4F5F-A677-0DD54A000677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B707-EF3E-4657-8516-E28F6297A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789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3AB5-EA98-4F5F-A677-0DD54A000677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B707-EF3E-4657-8516-E28F6297A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472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3AB5-EA98-4F5F-A677-0DD54A000677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B707-EF3E-4657-8516-E28F6297A3B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43653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3AB5-EA98-4F5F-A677-0DD54A000677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B707-EF3E-4657-8516-E28F6297A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9715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3AB5-EA98-4F5F-A677-0DD54A000677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B707-EF3E-4657-8516-E28F6297A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3758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3AB5-EA98-4F5F-A677-0DD54A000677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B707-EF3E-4657-8516-E28F6297A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81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3AB5-EA98-4F5F-A677-0DD54A000677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B707-EF3E-4657-8516-E28F6297A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7720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3AB5-EA98-4F5F-A677-0DD54A000677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B707-EF3E-4657-8516-E28F6297A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448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5013AB5-EA98-4F5F-A677-0DD54A000677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E5B707-EF3E-4657-8516-E28F6297A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3675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  <p:sldLayoutId id="214748378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75A7C-A10C-0B0C-DD9E-CAD4F0085D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AWS LAMDA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BCD65D-CCE2-8313-98B2-7DF0EF1BF9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710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C97A8-4F65-4759-2C43-7B5485D82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AWS Lambda?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0847B-FF93-E851-218D-55CCB5948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AWS Lambda is a compute service that runs code without the need to manage servers. </a:t>
            </a:r>
          </a:p>
          <a:p>
            <a:r>
              <a:rPr lang="en-US" dirty="0"/>
              <a:t>Your code runs, scaling up and down automatically, with pay-per-use pricing. </a:t>
            </a:r>
          </a:p>
          <a:p>
            <a:r>
              <a:rPr lang="en-US" dirty="0"/>
              <a:t>Lambda is a serverless, event-driven compute service, it uses a different programming paradigm than traditional web applications</a:t>
            </a:r>
          </a:p>
        </p:txBody>
      </p:sp>
    </p:spTree>
    <p:extLst>
      <p:ext uri="{BB962C8B-B14F-4D97-AF65-F5344CB8AC3E}">
        <p14:creationId xmlns:p14="http://schemas.microsoft.com/office/powerpoint/2010/main" val="1217078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1B4A4-03CA-5E97-02D1-4558FF780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Lambda can be used for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5F7FC-F93A-2694-99C8-97957E8D5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File processing</a:t>
            </a:r>
            <a:r>
              <a:rPr lang="en-US" dirty="0"/>
              <a:t>: Process files automatically when uploaded to Amazon Simple Storage Service.</a:t>
            </a:r>
          </a:p>
          <a:p>
            <a:r>
              <a:rPr lang="en-US" b="1" dirty="0"/>
              <a:t>Long-running workflows:</a:t>
            </a:r>
            <a:r>
              <a:rPr lang="en-US" dirty="0"/>
              <a:t> Use durable Lambda functions to build stateful, multi-step workflows that can run for up to one year. </a:t>
            </a:r>
          </a:p>
          <a:p>
            <a:r>
              <a:rPr lang="en-US" b="1" dirty="0"/>
              <a:t>Stream processing</a:t>
            </a:r>
            <a:r>
              <a:rPr lang="en-US" dirty="0"/>
              <a:t>: Process real-time data streams for analytics and monitoring.</a:t>
            </a:r>
          </a:p>
          <a:p>
            <a:r>
              <a:rPr lang="en-US" b="1" dirty="0"/>
              <a:t>Web applications</a:t>
            </a:r>
            <a:r>
              <a:rPr lang="en-US" dirty="0"/>
              <a:t>: Build scalable web apps that automatically adjust to demand.</a:t>
            </a:r>
          </a:p>
          <a:p>
            <a:r>
              <a:rPr lang="en-US" b="1" dirty="0"/>
              <a:t>Scheduled and periodic tasks</a:t>
            </a:r>
            <a:r>
              <a:rPr lang="en-US" dirty="0"/>
              <a:t>: Run automated operations on a regular schedule using </a:t>
            </a:r>
            <a:r>
              <a:rPr lang="en-US" dirty="0" err="1"/>
              <a:t>EventBridge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728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C9C32-6876-AE42-4388-9EB2F8B8B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How Lambda Works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03270-67B0-9BC1-985B-F7ADD928C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1. You write and organize your code in Lambda functions, which are the basic building blocks you use to create a Lambda application.</a:t>
            </a:r>
          </a:p>
          <a:p>
            <a:pPr marL="0" indent="0">
              <a:buNone/>
            </a:pPr>
            <a:r>
              <a:rPr lang="en-US" dirty="0"/>
              <a:t>2. You control security and access through Lambda permissions, using execution roles to manage what AWS services your functions can interact with and what resource policies can interact with your code.</a:t>
            </a:r>
          </a:p>
          <a:p>
            <a:pPr marL="0" indent="0">
              <a:buNone/>
            </a:pPr>
            <a:r>
              <a:rPr lang="en-US" dirty="0"/>
              <a:t>3. Event sources and AWS services trigger your Lambda functions, passing event data in JSON format, which your functions process (this includes event source mappings).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684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187AA-209B-9DC0-F108-A215FD5CE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Features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24556-8726-A559-2F61-F1ED5C895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2597"/>
            <a:ext cx="10515600" cy="4950278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b="1" dirty="0"/>
              <a:t>Serverless : </a:t>
            </a:r>
            <a:r>
              <a:rPr lang="en-US" dirty="0"/>
              <a:t>We only write the code and AWS handles the infrastructure.</a:t>
            </a:r>
          </a:p>
          <a:p>
            <a:r>
              <a:rPr lang="en-US" b="1" dirty="0"/>
              <a:t>Event-Driven :</a:t>
            </a:r>
            <a:r>
              <a:rPr lang="en-US" dirty="0"/>
              <a:t> Lambda waits for an event and runs automatically.</a:t>
            </a:r>
          </a:p>
          <a:p>
            <a:pPr marL="0" indent="0">
              <a:buNone/>
            </a:pPr>
            <a:r>
              <a:rPr lang="en-US" dirty="0"/>
              <a:t>   Ex : File upload in S3, Scheduled trigger</a:t>
            </a:r>
          </a:p>
          <a:p>
            <a:r>
              <a:rPr lang="en-US" b="1" dirty="0"/>
              <a:t>Auto Scaling : </a:t>
            </a:r>
            <a:r>
              <a:rPr lang="en-US" dirty="0"/>
              <a:t>Lambda automatically scales based on the number of requests.</a:t>
            </a:r>
          </a:p>
          <a:p>
            <a:r>
              <a:rPr lang="en-US" b="1" dirty="0"/>
              <a:t>Pay Per Use : </a:t>
            </a:r>
            <a:r>
              <a:rPr lang="en-US" dirty="0"/>
              <a:t>You pay only when your code </a:t>
            </a:r>
            <a:r>
              <a:rPr lang="en-US" dirty="0" err="1"/>
              <a:t>runs.There</a:t>
            </a:r>
            <a:r>
              <a:rPr lang="en-US" dirty="0"/>
              <a:t> is no charge when Lambda is idle.</a:t>
            </a:r>
          </a:p>
          <a:p>
            <a:r>
              <a:rPr lang="en-US" b="1" dirty="0"/>
              <a:t>Built-in Monitoring : </a:t>
            </a:r>
            <a:r>
              <a:rPr lang="en-US" dirty="0"/>
              <a:t>Lambda automatically sends logs and execution details to CloudWatch.</a:t>
            </a: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2952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341</TotalTime>
  <Words>318</Words>
  <Application>Microsoft Office PowerPoint</Application>
  <PresentationFormat>Widescreen</PresentationFormat>
  <Paragraphs>23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Century Gothic</vt:lpstr>
      <vt:lpstr>Wingdings 3</vt:lpstr>
      <vt:lpstr>Ion</vt:lpstr>
      <vt:lpstr>AWS LAMDA</vt:lpstr>
      <vt:lpstr>What is AWS Lambda?</vt:lpstr>
      <vt:lpstr>Lambda can be used for :</vt:lpstr>
      <vt:lpstr>How Lambda Works ?</vt:lpstr>
      <vt:lpstr>Key Features 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Akkapally, Manisha (Student)</dc:creator>
  <cp:lastModifiedBy>Akkapally, Manisha (Student)</cp:lastModifiedBy>
  <cp:revision>3</cp:revision>
  <dcterms:created xsi:type="dcterms:W3CDTF">2026-05-06T07:55:18Z</dcterms:created>
  <dcterms:modified xsi:type="dcterms:W3CDTF">2026-05-08T10:46:22Z</dcterms:modified>
</cp:coreProperties>
</file>