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3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6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5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2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0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5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72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7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49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9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31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42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73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97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56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35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3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2"/>
            <a:ext cx="6620968" cy="2538572"/>
          </a:xfrm>
        </p:spPr>
        <p:txBody>
          <a:bodyPr>
            <a:normAutofit/>
          </a:bodyPr>
          <a:lstStyle/>
          <a:p>
            <a:r>
              <a:rPr sz="5400" b="1" dirty="0"/>
              <a:t>Amazon MQ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69258" y="4582274"/>
            <a:ext cx="3303142" cy="1056526"/>
          </a:xfrm>
        </p:spPr>
        <p:txBody>
          <a:bodyPr/>
          <a:lstStyle/>
          <a:p>
            <a:r>
              <a:rPr lang="en-US" dirty="0"/>
              <a:t>Manisha Akkapally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Amazon MQ?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Amazon MQ is a fully managed message broker service.</a:t>
            </a:r>
          </a:p>
          <a:p>
            <a:r>
              <a:rPr dirty="0"/>
              <a:t>Makes it easy to migrate existing applications to AWS.</a:t>
            </a:r>
          </a:p>
          <a:p>
            <a:r>
              <a:rPr dirty="0"/>
              <a:t>Supports industry-standard messaging protocols.</a:t>
            </a:r>
          </a:p>
          <a:p>
            <a:r>
              <a:rPr dirty="0"/>
              <a:t>Based on Apache ActiveMQ and RabbitMQ.</a:t>
            </a:r>
          </a:p>
          <a:p>
            <a:r>
              <a:rPr dirty="0"/>
              <a:t>Eliminates the need to manage message broker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Use Amazon MQ?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Simplifies message broker management</a:t>
            </a:r>
          </a:p>
          <a:p>
            <a:r>
              <a:rPr dirty="0"/>
              <a:t>Supports legacy applications</a:t>
            </a:r>
          </a:p>
          <a:p>
            <a:r>
              <a:rPr dirty="0"/>
              <a:t>Enables reliable communication between applications</a:t>
            </a:r>
          </a:p>
          <a:p>
            <a:r>
              <a:rPr dirty="0"/>
              <a:t>Reduces operational overhead</a:t>
            </a:r>
          </a:p>
          <a:p>
            <a:r>
              <a:rPr dirty="0"/>
              <a:t>Provides high availability and scalability</a:t>
            </a:r>
          </a:p>
          <a:p>
            <a:r>
              <a:rPr dirty="0"/>
              <a:t>Easy AWS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Supported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Apache ActiveMQ</a:t>
            </a:r>
          </a:p>
          <a:p>
            <a:pPr marL="0" indent="0">
              <a:buNone/>
            </a:pPr>
            <a:r>
              <a:rPr dirty="0"/>
              <a:t>• Open-source message broker</a:t>
            </a:r>
          </a:p>
          <a:p>
            <a:pPr marL="0" indent="0">
              <a:buNone/>
            </a:pPr>
            <a:r>
              <a:rPr dirty="0"/>
              <a:t>• Supports JMS, AMQP, MQTT, STOMP</a:t>
            </a:r>
          </a:p>
          <a:p>
            <a:pPr marL="0" indent="0">
              <a:buNone/>
            </a:pPr>
            <a:r>
              <a:rPr dirty="0"/>
              <a:t>2. RabbitMQ</a:t>
            </a:r>
          </a:p>
          <a:p>
            <a:pPr marL="0" indent="0">
              <a:buNone/>
            </a:pPr>
            <a:r>
              <a:rPr dirty="0"/>
              <a:t>• Lightweight messaging broker</a:t>
            </a:r>
          </a:p>
          <a:p>
            <a:pPr marL="0" indent="0">
              <a:buNone/>
            </a:pPr>
            <a:r>
              <a:rPr dirty="0"/>
              <a:t>• Supports AMQP protocol</a:t>
            </a:r>
            <a:endParaRPr lang="en-US" dirty="0"/>
          </a:p>
          <a:p>
            <a:pPr marL="0" indent="0">
              <a:buNone/>
            </a:pPr>
            <a:r>
              <a:rPr dirty="0"/>
              <a:t>• Commonly used for microservices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Amazon MQ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dirty="0"/>
              <a:t>Producer Applications</a:t>
            </a:r>
          </a:p>
          <a:p>
            <a:pPr marL="0" indent="0">
              <a:buNone/>
            </a:pPr>
            <a:r>
              <a:rPr dirty="0"/>
              <a:t>         </a:t>
            </a:r>
            <a:r>
              <a:rPr lang="en-US" dirty="0"/>
              <a:t>					</a:t>
            </a:r>
            <a:r>
              <a:rPr dirty="0"/>
              <a:t>↓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		Amazon MQ Broker</a:t>
            </a:r>
          </a:p>
          <a:p>
            <a:pPr marL="0" indent="0">
              <a:buNone/>
            </a:pPr>
            <a:r>
              <a:rPr dirty="0"/>
              <a:t>          </a:t>
            </a:r>
            <a:r>
              <a:rPr lang="en-US" dirty="0"/>
              <a:t>				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US" dirty="0"/>
              <a:t>		   </a:t>
            </a:r>
            <a:r>
              <a:rPr dirty="0"/>
              <a:t>Consumer Applications</a:t>
            </a:r>
          </a:p>
          <a:p>
            <a:r>
              <a:rPr dirty="0"/>
              <a:t>Messages are routed securely between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Fully managed broker service</a:t>
            </a:r>
          </a:p>
          <a:p>
            <a:r>
              <a:rPr dirty="0"/>
              <a:t>High availability deployment</a:t>
            </a:r>
          </a:p>
          <a:p>
            <a:r>
              <a:rPr dirty="0"/>
              <a:t>Automatic software patching</a:t>
            </a:r>
          </a:p>
          <a:p>
            <a:r>
              <a:rPr dirty="0"/>
              <a:t>Encryption support</a:t>
            </a:r>
          </a:p>
          <a:p>
            <a:r>
              <a:rPr dirty="0"/>
              <a:t>Monitoring with CloudWatch</a:t>
            </a:r>
          </a:p>
          <a:p>
            <a:r>
              <a:rPr dirty="0"/>
              <a:t>Easy migration from on-premises brokers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Supported Messaging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JMS (Java Message Service)</a:t>
            </a:r>
          </a:p>
          <a:p>
            <a:r>
              <a:rPr dirty="0"/>
              <a:t>AMQP (Advanced Message Queuing Protocol)</a:t>
            </a:r>
          </a:p>
          <a:p>
            <a:r>
              <a:rPr dirty="0"/>
              <a:t>MQTT (Message Queuing Telemetry Transport)</a:t>
            </a:r>
          </a:p>
          <a:p>
            <a:r>
              <a:rPr dirty="0"/>
              <a:t>STOMP (Simple Text Oriented Messaging Protocol)</a:t>
            </a:r>
          </a:p>
          <a:p>
            <a:r>
              <a:rPr dirty="0" err="1"/>
              <a:t>OpenWire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IAM authentication</a:t>
            </a:r>
          </a:p>
          <a:p>
            <a:r>
              <a:rPr dirty="0"/>
              <a:t>SSL/TLS encryption</a:t>
            </a:r>
          </a:p>
          <a:p>
            <a:r>
              <a:rPr dirty="0"/>
              <a:t>VPC isolation</a:t>
            </a:r>
          </a:p>
          <a:p>
            <a:r>
              <a:rPr dirty="0"/>
              <a:t>Encryption at rest using AWS KMS</a:t>
            </a:r>
          </a:p>
          <a:p>
            <a:r>
              <a:rPr dirty="0"/>
              <a:t>Access control policies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High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dirty="0"/>
              <a:t>ulti-AZ deployment support</a:t>
            </a:r>
          </a:p>
          <a:p>
            <a:r>
              <a:rPr dirty="0"/>
              <a:t>Automatic failover</a:t>
            </a:r>
          </a:p>
          <a:p>
            <a:r>
              <a:rPr dirty="0"/>
              <a:t>Broker redundancy</a:t>
            </a:r>
          </a:p>
          <a:p>
            <a:r>
              <a:rPr dirty="0"/>
              <a:t>Ensures uninterrupted messaging</a:t>
            </a:r>
          </a:p>
          <a:p>
            <a:r>
              <a:rPr dirty="0"/>
              <a:t>Improves application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Monitoring and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Integrated with Amazon CloudWatch</a:t>
            </a:r>
          </a:p>
          <a:p>
            <a:r>
              <a:rPr dirty="0"/>
              <a:t>Monitor broker performance</a:t>
            </a:r>
          </a:p>
          <a:p>
            <a:r>
              <a:rPr dirty="0"/>
              <a:t>Track CPU and memory usage</a:t>
            </a:r>
          </a:p>
          <a:p>
            <a:r>
              <a:rPr dirty="0"/>
              <a:t>Analyze message throughput</a:t>
            </a:r>
          </a:p>
          <a:p>
            <a:r>
              <a:rPr dirty="0"/>
              <a:t>Configure alarms and notifications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Real-Time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/>
              <a:t>Scenario:</a:t>
            </a:r>
          </a:p>
          <a:p>
            <a:r>
              <a:rPr dirty="0"/>
              <a:t>A banking application uses on-premises ActiveMQ brokers.</a:t>
            </a:r>
          </a:p>
          <a:p>
            <a:pPr marL="0" indent="0">
              <a:buNone/>
            </a:pPr>
            <a:r>
              <a:rPr b="1" dirty="0"/>
              <a:t>Problem:</a:t>
            </a:r>
          </a:p>
          <a:p>
            <a:r>
              <a:rPr dirty="0"/>
              <a:t>Managing infrastructure and scaling brokers is difficult.</a:t>
            </a:r>
          </a:p>
          <a:p>
            <a:pPr marL="0" indent="0">
              <a:buNone/>
            </a:pPr>
            <a:r>
              <a:rPr b="1" dirty="0"/>
              <a:t>Solution:</a:t>
            </a:r>
          </a:p>
          <a:p>
            <a:r>
              <a:rPr dirty="0"/>
              <a:t>Migrate brokers to Amazon MQ on AWS.</a:t>
            </a:r>
          </a:p>
          <a:p>
            <a:pPr marL="0" indent="0">
              <a:buNone/>
            </a:pPr>
            <a:r>
              <a:rPr b="1" dirty="0"/>
              <a:t>Result:</a:t>
            </a:r>
          </a:p>
          <a:p>
            <a:r>
              <a:rPr dirty="0"/>
              <a:t>Reduced maintenance effort and improved scalability.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AWS Service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Amazon EC2</a:t>
            </a:r>
          </a:p>
          <a:p>
            <a:r>
              <a:rPr dirty="0"/>
              <a:t>AWS Lambda</a:t>
            </a:r>
          </a:p>
          <a:p>
            <a:r>
              <a:rPr dirty="0"/>
              <a:t>Amazon CloudWatch</a:t>
            </a:r>
          </a:p>
          <a:p>
            <a:r>
              <a:rPr dirty="0"/>
              <a:t>AWS IAM</a:t>
            </a:r>
          </a:p>
          <a:p>
            <a:r>
              <a:rPr dirty="0"/>
              <a:t>AWS KMS</a:t>
            </a:r>
          </a:p>
          <a:p>
            <a:r>
              <a:rPr dirty="0"/>
              <a:t>Amazon VPC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Login to AWS Console</a:t>
            </a:r>
          </a:p>
          <a:p>
            <a:pPr marL="0" indent="0">
              <a:buNone/>
            </a:pPr>
            <a:r>
              <a:rPr dirty="0"/>
              <a:t>2. Open Amazon MQ Service</a:t>
            </a:r>
          </a:p>
          <a:p>
            <a:pPr marL="0" indent="0">
              <a:buNone/>
            </a:pPr>
            <a:r>
              <a:rPr dirty="0"/>
              <a:t>3. Create Broker</a:t>
            </a:r>
          </a:p>
          <a:p>
            <a:pPr marL="0" indent="0">
              <a:buNone/>
            </a:pPr>
            <a:r>
              <a:rPr dirty="0"/>
              <a:t>4. Choose Engine Type (ActiveMQ/RabbitMQ)</a:t>
            </a:r>
          </a:p>
          <a:p>
            <a:pPr marL="0" indent="0">
              <a:buNone/>
            </a:pPr>
            <a:r>
              <a:rPr dirty="0"/>
              <a:t>5. Configure Network and Security</a:t>
            </a:r>
          </a:p>
          <a:p>
            <a:pPr marL="0" indent="0">
              <a:buNone/>
            </a:pPr>
            <a:r>
              <a:rPr dirty="0"/>
              <a:t>6. Create Users and Credentials</a:t>
            </a:r>
          </a:p>
          <a:p>
            <a:pPr marL="0" indent="0">
              <a:buNone/>
            </a:pPr>
            <a:r>
              <a:rPr dirty="0"/>
              <a:t>7. Connect Producer and Consumer Applications</a:t>
            </a:r>
          </a:p>
          <a:p>
            <a:pPr marL="0" indent="0">
              <a:buNone/>
            </a:pPr>
            <a:r>
              <a:rPr dirty="0"/>
              <a:t>8. Monitor Broker using CloudWatch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Fully managed messaging service</a:t>
            </a:r>
          </a:p>
          <a:p>
            <a:r>
              <a:rPr dirty="0"/>
              <a:t>Supports industry-standard APIs</a:t>
            </a:r>
          </a:p>
          <a:p>
            <a:r>
              <a:rPr dirty="0"/>
              <a:t>Easy migration from existing brokers</a:t>
            </a:r>
          </a:p>
          <a:p>
            <a:r>
              <a:rPr dirty="0"/>
              <a:t>High availability architecture</a:t>
            </a:r>
          </a:p>
          <a:p>
            <a:r>
              <a:rPr dirty="0"/>
              <a:t>Reduced operational complexity</a:t>
            </a:r>
          </a:p>
          <a:p>
            <a:r>
              <a:rPr dirty="0"/>
              <a:t>Secure communication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Pricing depends on:</a:t>
            </a:r>
          </a:p>
          <a:p>
            <a:r>
              <a:rPr dirty="0"/>
              <a:t>Broker instance type</a:t>
            </a:r>
          </a:p>
          <a:p>
            <a:r>
              <a:rPr dirty="0"/>
              <a:t>Storage usage</a:t>
            </a:r>
          </a:p>
          <a:p>
            <a:r>
              <a:rPr dirty="0"/>
              <a:t>Deployment mode</a:t>
            </a:r>
          </a:p>
          <a:p>
            <a:r>
              <a:rPr dirty="0"/>
              <a:t>Data transfer</a:t>
            </a:r>
          </a:p>
          <a:p>
            <a:r>
              <a:rPr dirty="0"/>
              <a:t>Charges vary for ActiveMQ and RabbitMQ brokers.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Multi-AZ deployment for high availability</a:t>
            </a:r>
          </a:p>
          <a:p>
            <a:r>
              <a:rPr dirty="0"/>
              <a:t>Enable encryption for sensitive data</a:t>
            </a:r>
          </a:p>
          <a:p>
            <a:r>
              <a:rPr dirty="0"/>
              <a:t>Monitor brokers regularly</a:t>
            </a:r>
          </a:p>
          <a:p>
            <a:r>
              <a:rPr dirty="0"/>
              <a:t>Use IAM roles and policies securely</a:t>
            </a:r>
          </a:p>
          <a:p>
            <a:r>
              <a:rPr dirty="0"/>
              <a:t>Configure automated backups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MQ simplifies enterprise messaging on AWS.</a:t>
            </a:r>
          </a:p>
          <a:p>
            <a:r>
              <a:t>It provides reliable, scalable, and secure</a:t>
            </a:r>
          </a:p>
          <a:p>
            <a:r>
              <a:t>message broker management for distributed applications.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</TotalTime>
  <Words>465</Words>
  <Application>Microsoft Office PowerPoint</Application>
  <PresentationFormat>On-screen Show (4:3)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 Boardroom</vt:lpstr>
      <vt:lpstr>Amazon MQ</vt:lpstr>
      <vt:lpstr>What is Amazon MQ?</vt:lpstr>
      <vt:lpstr>Why Use Amazon MQ?</vt:lpstr>
      <vt:lpstr>Supported Engines</vt:lpstr>
      <vt:lpstr>Amazon MQ Architecture</vt:lpstr>
      <vt:lpstr>Key Features</vt:lpstr>
      <vt:lpstr>Supported Messaging Protocols</vt:lpstr>
      <vt:lpstr>Security Features</vt:lpstr>
      <vt:lpstr>High Availability</vt:lpstr>
      <vt:lpstr>Monitoring and Logging</vt:lpstr>
      <vt:lpstr>Real-Time Use Case</vt:lpstr>
      <vt:lpstr>AWS Service Integrations</vt:lpstr>
      <vt:lpstr>Implementation Steps</vt:lpstr>
      <vt:lpstr>Advantages</vt:lpstr>
      <vt:lpstr>Pricing</vt:lpstr>
      <vt:lpstr>Best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manisha reddy</dc:creator>
  <cp:keywords/>
  <dc:description>generated using python-pptx</dc:description>
  <cp:lastModifiedBy>Akkapally, Manisha (Student)</cp:lastModifiedBy>
  <cp:revision>3</cp:revision>
  <dcterms:created xsi:type="dcterms:W3CDTF">2013-01-27T09:14:16Z</dcterms:created>
  <dcterms:modified xsi:type="dcterms:W3CDTF">2026-05-08T11:11:09Z</dcterms:modified>
  <cp:category/>
</cp:coreProperties>
</file>