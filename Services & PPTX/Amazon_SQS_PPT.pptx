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043A9-E1BC-EAEF-24FF-77D097CCE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2A361C-7581-EFE8-EE97-0F1A1B896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EDA5B9-428C-BEA0-6FBA-D5A853BFE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44685-FBD4-E405-D823-25E2186EF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9BDA2-9625-FF99-EB78-8E2467C50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54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288D1-A4F7-E3AF-ACB3-D81CBEDFC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B3B35-5BC4-6637-6C97-D68E5D4FB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324878-2F17-1724-1270-B8622D845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7E38F-FBB0-CCD8-5071-1FB56E1B0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78D95-2C58-B170-ED53-FDB4E4F33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709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EE923-6988-FFA1-14B3-8020F1A77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74990-DF7E-22D4-C607-F6430F33E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FC4EA-6FFE-DF6C-6174-2F8355C91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EBDF4-C3AC-F78A-9F00-C5B489A48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1D862-76FB-DE53-304F-A041962D7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89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6E4B4-10C9-7227-D9DD-A61BBB1D3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F3F92-3862-87F5-D1E8-7820860C3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34CA1-12DE-40C4-96A0-76FEAA9BE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5A78E-2D6D-D3A5-C598-00C488F19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4B4DA-A9C3-5C2A-710B-F6A8E9844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59C29-5DCD-E3CC-4E12-2DAED6AA2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88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517F-99E8-CA6B-DB32-873B290B4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11B5A-AE8A-B25F-38C7-19ED94724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4EABC-7CBD-0C25-97F8-4FEB17A9C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E40ECC-EDCF-759F-18A4-E6D22B2475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4A08F-C4BF-DCD6-30EC-78C1D32B7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9B7419-A55A-F70F-4F53-CACE5D00F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8FB764-8E68-0A08-000F-EBE80C86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CD4BA-D5FD-750A-7EDB-1D80C2BFB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2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B98CF-D0A5-A05A-4706-917A72D83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40DC22-5349-D20D-5993-54565424E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30FE83-83FE-B90F-DFCC-E570091C1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DA2577-5EED-7381-6234-61543C7F9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134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69FC97-39FC-5DE4-99CD-4B38F2DA0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9E7102-5F62-23B7-ABC0-EDBAFCC2D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4E00B-C2D5-2100-5CE5-26BBB8CB6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207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53060-C7E0-D99F-6902-9774B92A9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12A3D-8A3D-C219-4792-F88F7BB21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B9F5F5-0679-954B-2D90-077D333D2A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46D6E6-ABF9-0190-3218-531905FD7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7A84B8-4A46-01B2-F6DA-DF9069EDC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1CC25-0680-CB8B-460D-6F0047B6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299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EE50B-9A00-305C-EBD3-2D37064CA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289565-F9EC-780F-09FB-06578DB73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BDBF0A-E070-9B14-469D-C034220E4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A978E-7DB0-57E5-FC80-293260AB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5276D-4355-9C29-2180-F4CFA1983C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FD1347-3DE0-4693-2E21-1B7224F79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557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082F0-F25A-4321-0F66-F0AB0FB4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C10B07-87B6-EA73-49A5-C2B739474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4B375-664B-5949-DEEF-D0E26D356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8C274-6D94-DE76-BFF9-890A233B4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879E2-BCB2-3471-4EFA-3EE4B0F8F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39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D5AC5-4459-FEE3-631C-78DE2E08CD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1AF41-EE7C-E77B-E9C4-8A0C403DE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191B1-2822-782A-2331-411E7BE4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3DAA5-C5A1-4FCB-9FDF-30D90236F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8ABFD-AEF2-E57D-7ECC-4B5820EA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49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B7F555-4323-0896-9C9E-9A95FEB52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C7783-448C-1DB0-9CB0-769DD2A33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030EE4-DE08-D079-CF36-E35CF980FB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C8539-6056-E4B6-A68C-2E0B2BA26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C07143-7501-6138-CED5-2044AEF80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18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dirty="0"/>
              <a:t>Amazon SQS (Simple Queue Service)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Manisha Akkapally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What is Amazon SQS?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Amazon SQS is a fully managed message queuing service.</a:t>
            </a:r>
          </a:p>
          <a:p>
            <a:r>
              <a:rPr dirty="0"/>
              <a:t>Enables decoupling of distributed applications.</a:t>
            </a:r>
          </a:p>
          <a:p>
            <a:r>
              <a:rPr dirty="0"/>
              <a:t>Helps applications communicate asynchronously.</a:t>
            </a:r>
          </a:p>
          <a:p>
            <a:r>
              <a:rPr dirty="0"/>
              <a:t>Stores messages temporarily until processed.</a:t>
            </a:r>
          </a:p>
          <a:p>
            <a:r>
              <a:rPr dirty="0"/>
              <a:t>Improves scalability, reliability, and fault tolerance.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Why Use Amazon SQS?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Decouples application components</a:t>
            </a:r>
          </a:p>
          <a:p>
            <a:r>
              <a:rPr dirty="0"/>
              <a:t>Improves application scalability</a:t>
            </a:r>
          </a:p>
          <a:p>
            <a:r>
              <a:rPr dirty="0"/>
              <a:t>Prevents message loss</a:t>
            </a:r>
          </a:p>
          <a:p>
            <a:r>
              <a:rPr dirty="0"/>
              <a:t>Supports asynchronous communication</a:t>
            </a:r>
          </a:p>
          <a:p>
            <a:r>
              <a:rPr dirty="0"/>
              <a:t>Reduces system failures during traffic spikes</a:t>
            </a:r>
          </a:p>
          <a:p>
            <a:r>
              <a:rPr dirty="0"/>
              <a:t>Fully managed AWS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Types of SQS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1. Standard Queue</a:t>
            </a:r>
          </a:p>
          <a:p>
            <a:r>
              <a:rPr dirty="0"/>
              <a:t>High throughput</a:t>
            </a:r>
          </a:p>
          <a:p>
            <a:r>
              <a:rPr dirty="0"/>
              <a:t>Best-effort ordering</a:t>
            </a:r>
          </a:p>
          <a:p>
            <a:r>
              <a:rPr dirty="0"/>
              <a:t>At-least-once delivery</a:t>
            </a:r>
          </a:p>
          <a:p>
            <a:endParaRPr dirty="0"/>
          </a:p>
          <a:p>
            <a:pPr marL="0" indent="0">
              <a:buNone/>
            </a:pPr>
            <a:r>
              <a:rPr b="1" dirty="0"/>
              <a:t>2. FIFO Queue</a:t>
            </a:r>
          </a:p>
          <a:p>
            <a:r>
              <a:rPr dirty="0"/>
              <a:t>First-In-First-Out ordering</a:t>
            </a:r>
          </a:p>
          <a:p>
            <a:r>
              <a:rPr dirty="0"/>
              <a:t>Exactly-once processing</a:t>
            </a:r>
          </a:p>
          <a:p>
            <a:r>
              <a:rPr dirty="0"/>
              <a:t>Message deduplication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Amazon SQS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		</a:t>
            </a:r>
            <a:r>
              <a:rPr dirty="0"/>
              <a:t>Producer Application</a:t>
            </a:r>
          </a:p>
          <a:p>
            <a:pPr marL="0" indent="0">
              <a:buNone/>
            </a:pPr>
            <a:r>
              <a:rPr dirty="0"/>
              <a:t>      </a:t>
            </a:r>
            <a:r>
              <a:rPr lang="en-US" dirty="0"/>
              <a:t>				   </a:t>
            </a:r>
            <a:r>
              <a:rPr dirty="0"/>
              <a:t> ↓</a:t>
            </a:r>
          </a:p>
          <a:p>
            <a:pPr marL="0" indent="0">
              <a:buNone/>
            </a:pPr>
            <a:r>
              <a:rPr lang="en-US" dirty="0"/>
              <a:t>			</a:t>
            </a:r>
            <a:r>
              <a:rPr dirty="0"/>
              <a:t>Amazon SQS Queue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dirty="0"/>
              <a:t>          </a:t>
            </a:r>
            <a:r>
              <a:rPr lang="en-US" dirty="0"/>
              <a:t>               </a:t>
            </a:r>
            <a:r>
              <a:rPr dirty="0"/>
              <a:t>↓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dirty="0"/>
              <a:t>Consumer Application</a:t>
            </a:r>
          </a:p>
          <a:p>
            <a:endParaRPr dirty="0"/>
          </a:p>
          <a:p>
            <a:r>
              <a:rPr dirty="0"/>
              <a:t>Messages remain in queue until processed by consumers.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Unlimited message storage</a:t>
            </a:r>
          </a:p>
          <a:p>
            <a:r>
              <a:rPr dirty="0"/>
              <a:t>Secure message encryption</a:t>
            </a:r>
          </a:p>
          <a:p>
            <a:r>
              <a:rPr dirty="0"/>
              <a:t>Dead Letter Queue (DLQ)</a:t>
            </a:r>
          </a:p>
          <a:p>
            <a:r>
              <a:rPr dirty="0"/>
              <a:t>Message visibility timeout</a:t>
            </a:r>
          </a:p>
          <a:p>
            <a:r>
              <a:rPr dirty="0"/>
              <a:t>Delay queues</a:t>
            </a:r>
          </a:p>
          <a:p>
            <a:r>
              <a:rPr dirty="0"/>
              <a:t>High availability and durability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Message Lifecycle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dirty="0"/>
              <a:t>Producer sends message to SQS.</a:t>
            </a:r>
            <a:endParaRPr lang="en-US" dirty="0"/>
          </a:p>
          <a:p>
            <a:pPr marL="0" indent="0">
              <a:buNone/>
            </a:pPr>
            <a:r>
              <a:rPr dirty="0"/>
              <a:t>2. Message stored in queue.</a:t>
            </a:r>
          </a:p>
          <a:p>
            <a:pPr marL="0" indent="0">
              <a:buNone/>
            </a:pPr>
            <a:r>
              <a:rPr dirty="0"/>
              <a:t>3. Consumer polls the queue.</a:t>
            </a:r>
          </a:p>
          <a:p>
            <a:pPr marL="0" indent="0">
              <a:buNone/>
            </a:pPr>
            <a:r>
              <a:rPr dirty="0"/>
              <a:t>4. Consumer processes message.</a:t>
            </a:r>
          </a:p>
          <a:p>
            <a:pPr marL="0" indent="0">
              <a:buNone/>
            </a:pPr>
            <a:r>
              <a:rPr dirty="0"/>
              <a:t>5. Message deleted after successful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Visibility Timeout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Prevents multiple consumers from processing the same message.</a:t>
            </a:r>
          </a:p>
          <a:p>
            <a:r>
              <a:rPr dirty="0"/>
              <a:t>Message becomes temporarily invisible after retrieval.</a:t>
            </a:r>
          </a:p>
          <a:p>
            <a:r>
              <a:rPr dirty="0"/>
              <a:t>If processing fails, message becomes visible again.</a:t>
            </a:r>
          </a:p>
          <a:p>
            <a:r>
              <a:rPr dirty="0"/>
              <a:t>Helps ensure reliable processing.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Dead Letter Queue (DLQ)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Stores messages that fail processing multiple times.</a:t>
            </a:r>
          </a:p>
          <a:p>
            <a:r>
              <a:rPr dirty="0"/>
              <a:t>Helps troubleshoot failed messages.</a:t>
            </a:r>
          </a:p>
          <a:p>
            <a:r>
              <a:rPr dirty="0"/>
              <a:t>Prevents blocking of valid messages.</a:t>
            </a:r>
          </a:p>
          <a:p>
            <a:r>
              <a:rPr dirty="0"/>
              <a:t>Improves application reliability.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IAM access control</a:t>
            </a:r>
          </a:p>
          <a:p>
            <a:r>
              <a:rPr dirty="0"/>
              <a:t>Server-side encryption using AWS KMS</a:t>
            </a:r>
          </a:p>
          <a:p>
            <a:r>
              <a:rPr dirty="0"/>
              <a:t>HTTPS secure communication</a:t>
            </a:r>
          </a:p>
          <a:p>
            <a:r>
              <a:rPr dirty="0"/>
              <a:t>Queue access policies</a:t>
            </a:r>
          </a:p>
          <a:p>
            <a:r>
              <a:rPr dirty="0"/>
              <a:t>VPC endpoint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Real-Time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b="1" dirty="0"/>
              <a:t>Scenario:</a:t>
            </a:r>
          </a:p>
          <a:p>
            <a:r>
              <a:rPr dirty="0"/>
              <a:t>An e-commerce website processes customer orders.</a:t>
            </a:r>
          </a:p>
          <a:p>
            <a:pPr marL="0" indent="0">
              <a:buNone/>
            </a:pPr>
            <a:r>
              <a:rPr b="1" dirty="0"/>
              <a:t>Problem:</a:t>
            </a:r>
          </a:p>
          <a:p>
            <a:r>
              <a:rPr dirty="0"/>
              <a:t>During peak sales, backend servers become overloaded.</a:t>
            </a:r>
          </a:p>
          <a:p>
            <a:pPr marL="0" indent="0">
              <a:buNone/>
            </a:pPr>
            <a:r>
              <a:rPr b="1" dirty="0"/>
              <a:t>Solution:</a:t>
            </a:r>
          </a:p>
          <a:p>
            <a:r>
              <a:rPr dirty="0"/>
              <a:t>Orders are sent to Amazon SQS queue.</a:t>
            </a:r>
          </a:p>
          <a:p>
            <a:r>
              <a:rPr dirty="0"/>
              <a:t>Backend applications process messages asynchronously.</a:t>
            </a:r>
          </a:p>
          <a:p>
            <a:pPr marL="0" indent="0">
              <a:buNone/>
            </a:pPr>
            <a:r>
              <a:rPr b="1" dirty="0"/>
              <a:t>Result:</a:t>
            </a:r>
          </a:p>
          <a:p>
            <a:r>
              <a:rPr dirty="0"/>
              <a:t>Improved scalability and reliable order processing.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AWS Service Integrations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AWS Lambda</a:t>
            </a:r>
          </a:p>
          <a:p>
            <a:r>
              <a:rPr dirty="0"/>
              <a:t>Amazon EC2</a:t>
            </a:r>
          </a:p>
          <a:p>
            <a:r>
              <a:rPr dirty="0"/>
              <a:t>Amazon SNS</a:t>
            </a:r>
          </a:p>
          <a:p>
            <a:r>
              <a:rPr dirty="0"/>
              <a:t>AWS Step Functions</a:t>
            </a:r>
          </a:p>
          <a:p>
            <a:r>
              <a:rPr dirty="0"/>
              <a:t>Amazon CloudWatch</a:t>
            </a:r>
          </a:p>
          <a:p>
            <a:r>
              <a:rPr dirty="0"/>
              <a:t>AWS IAM</a:t>
            </a:r>
          </a:p>
          <a:p>
            <a:r>
              <a:rPr dirty="0"/>
              <a:t>Amazon Event Bridge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Login to AWS Console</a:t>
            </a:r>
          </a:p>
          <a:p>
            <a:pPr marL="0" indent="0">
              <a:buNone/>
            </a:pPr>
            <a:r>
              <a:rPr dirty="0"/>
              <a:t>2. Open Amazon SQS Service</a:t>
            </a:r>
          </a:p>
          <a:p>
            <a:pPr marL="0" indent="0">
              <a:buNone/>
            </a:pPr>
            <a:r>
              <a:rPr dirty="0"/>
              <a:t>3. Create Queue (Standard or FIFO)</a:t>
            </a:r>
          </a:p>
          <a:p>
            <a:pPr marL="0" indent="0">
              <a:buNone/>
            </a:pPr>
            <a:r>
              <a:rPr dirty="0"/>
              <a:t>4. Configure Queue Settings</a:t>
            </a:r>
          </a:p>
          <a:p>
            <a:pPr marL="0" indent="0">
              <a:buNone/>
            </a:pPr>
            <a:r>
              <a:rPr dirty="0"/>
              <a:t>5. Send Test Messages</a:t>
            </a:r>
          </a:p>
          <a:p>
            <a:pPr marL="0" indent="0">
              <a:buNone/>
            </a:pPr>
            <a:r>
              <a:rPr dirty="0"/>
              <a:t>6. Configure Consumer Application</a:t>
            </a:r>
          </a:p>
          <a:p>
            <a:pPr marL="0" indent="0">
              <a:buNone/>
            </a:pPr>
            <a:r>
              <a:rPr dirty="0"/>
              <a:t>7. Monitor Queue using CloudWatch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Highly scalable</a:t>
            </a:r>
          </a:p>
          <a:p>
            <a:r>
              <a:rPr dirty="0"/>
              <a:t>Fully managed service</a:t>
            </a:r>
          </a:p>
          <a:p>
            <a:r>
              <a:rPr dirty="0"/>
              <a:t>Reliable message delivery</a:t>
            </a:r>
          </a:p>
          <a:p>
            <a:r>
              <a:rPr dirty="0"/>
              <a:t>Fault tolerant architecture</a:t>
            </a:r>
          </a:p>
          <a:p>
            <a:r>
              <a:rPr dirty="0"/>
              <a:t>Easy AWS integration</a:t>
            </a:r>
          </a:p>
          <a:p>
            <a:r>
              <a:rPr dirty="0"/>
              <a:t>Cost effective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Pricing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Pricing is based on:</a:t>
            </a:r>
          </a:p>
          <a:p>
            <a:r>
              <a:rPr dirty="0"/>
              <a:t>Number of requests</a:t>
            </a:r>
          </a:p>
          <a:p>
            <a:r>
              <a:rPr dirty="0"/>
              <a:t>Payload size</a:t>
            </a:r>
          </a:p>
          <a:p>
            <a:r>
              <a:rPr dirty="0"/>
              <a:t>Data transfer</a:t>
            </a:r>
            <a:endParaRPr lang="en-US" dirty="0"/>
          </a:p>
          <a:p>
            <a:r>
              <a:rPr dirty="0"/>
              <a:t>AWS provides free-tier usage every month.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DLQ for failed messages</a:t>
            </a:r>
          </a:p>
          <a:p>
            <a:r>
              <a:rPr dirty="0"/>
              <a:t>Configure appropriate visibility timeout</a:t>
            </a:r>
          </a:p>
          <a:p>
            <a:r>
              <a:rPr dirty="0"/>
              <a:t>Enable encryption for sensitive data</a:t>
            </a:r>
          </a:p>
          <a:p>
            <a:r>
              <a:rPr dirty="0"/>
              <a:t>Monitor queues using CloudWatch</a:t>
            </a:r>
          </a:p>
          <a:p>
            <a:r>
              <a:rPr dirty="0"/>
              <a:t>Use FIFO queues when order matters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Amazon SQS enables reliable asynchronous communication</a:t>
            </a:r>
            <a:r>
              <a:rPr lang="en-US" dirty="0"/>
              <a:t> </a:t>
            </a:r>
            <a:r>
              <a:rPr dirty="0"/>
              <a:t>between distributed applications.</a:t>
            </a:r>
            <a:endParaRPr lang="en-US" dirty="0"/>
          </a:p>
          <a:p>
            <a:r>
              <a:rPr dirty="0"/>
              <a:t>It improves scalability, fault tolerance,</a:t>
            </a:r>
            <a:r>
              <a:rPr lang="en-US" dirty="0"/>
              <a:t> </a:t>
            </a:r>
            <a:r>
              <a:rPr dirty="0"/>
              <a:t>and application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471</Words>
  <Application>Microsoft Office PowerPoint</Application>
  <PresentationFormat>On-screen Show (4:3)</PresentationFormat>
  <Paragraphs>110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Amazon SQS (Simple Queue Service)</vt:lpstr>
      <vt:lpstr>What is Amazon SQS?</vt:lpstr>
      <vt:lpstr>Why Use Amazon SQS?</vt:lpstr>
      <vt:lpstr>Types of SQS Queues</vt:lpstr>
      <vt:lpstr>Amazon SQS Architecture</vt:lpstr>
      <vt:lpstr>Key Features</vt:lpstr>
      <vt:lpstr>Message Lifecycle</vt:lpstr>
      <vt:lpstr>Visibility Timeout</vt:lpstr>
      <vt:lpstr>Dead Letter Queue (DLQ)</vt:lpstr>
      <vt:lpstr>Security Features</vt:lpstr>
      <vt:lpstr>Real-Time Use Case</vt:lpstr>
      <vt:lpstr>AWS Service Integrations</vt:lpstr>
      <vt:lpstr>Implementation Steps</vt:lpstr>
      <vt:lpstr>Advantages</vt:lpstr>
      <vt:lpstr>Pricing</vt:lpstr>
      <vt:lpstr>Best Practices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manisha reddy</dc:creator>
  <cp:keywords/>
  <dc:description>generated using python-pptx</dc:description>
  <cp:lastModifiedBy>Akkapally, Manisha (Student)</cp:lastModifiedBy>
  <cp:revision>2</cp:revision>
  <dcterms:created xsi:type="dcterms:W3CDTF">2013-01-27T09:14:16Z</dcterms:created>
  <dcterms:modified xsi:type="dcterms:W3CDTF">2026-05-08T10:57:46Z</dcterms:modified>
  <cp:category/>
</cp:coreProperties>
</file>