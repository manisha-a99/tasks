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AWS WAF (Web Application Firewall)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78840" y="4839128"/>
            <a:ext cx="4500080" cy="799672"/>
          </a:xfrm>
        </p:spPr>
        <p:txBody>
          <a:bodyPr/>
          <a:lstStyle/>
          <a:p>
            <a:r>
              <a:rPr lang="en-US" dirty="0"/>
              <a:t>Manisha Akkapally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AWS WAF?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WAF is a Web Application Firewall.</a:t>
            </a:r>
          </a:p>
          <a:p>
            <a:r>
              <a:rPr dirty="0"/>
              <a:t>Protects web applications from malicious traffic.</a:t>
            </a:r>
          </a:p>
          <a:p>
            <a:r>
              <a:rPr dirty="0"/>
              <a:t>Filters and monitors HTTP/HTTPS requests.</a:t>
            </a:r>
          </a:p>
          <a:p>
            <a:r>
              <a:rPr dirty="0"/>
              <a:t>Helps prevent SQL Injection and XSS attacks.</a:t>
            </a:r>
          </a:p>
          <a:p>
            <a:r>
              <a:rPr dirty="0"/>
              <a:t>Integrates with CloudFront, ALB, API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 ACL creation</a:t>
            </a:r>
          </a:p>
          <a:p>
            <a:r>
              <a:rPr dirty="0"/>
              <a:t>Managed security rules</a:t>
            </a:r>
          </a:p>
          <a:p>
            <a:r>
              <a:rPr dirty="0"/>
              <a:t>IP blocking and allow lists</a:t>
            </a:r>
          </a:p>
          <a:p>
            <a:r>
              <a:rPr dirty="0"/>
              <a:t>Geo restriction</a:t>
            </a:r>
          </a:p>
          <a:p>
            <a:r>
              <a:rPr dirty="0"/>
              <a:t>Rate limiting</a:t>
            </a:r>
          </a:p>
          <a:p>
            <a:r>
              <a:rPr dirty="0"/>
              <a:t>Real-time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					</a:t>
            </a:r>
            <a:r>
              <a:rPr dirty="0"/>
              <a:t>Client Request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    </a:t>
            </a:r>
            <a:r>
              <a:rPr lang="en-US" dirty="0"/>
              <a:t>					</a:t>
            </a:r>
            <a:r>
              <a:rPr dirty="0"/>
              <a:t>    </a:t>
            </a:r>
            <a:r>
              <a:rPr lang="en-US" dirty="0"/>
              <a:t>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   		   </a:t>
            </a:r>
            <a:r>
              <a:rPr dirty="0"/>
              <a:t>CloudFront / ALB / API Gateway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					     ↓</a:t>
            </a:r>
          </a:p>
          <a:p>
            <a:pPr marL="0" indent="0">
              <a:buNone/>
            </a:pPr>
            <a:r>
              <a:rPr lang="en-US" dirty="0"/>
              <a:t>				 </a:t>
            </a:r>
            <a:r>
              <a:rPr dirty="0"/>
              <a:t>AWS WAF Inspection</a:t>
            </a:r>
          </a:p>
          <a:p>
            <a:pPr marL="0" indent="0">
              <a:buNone/>
            </a:pPr>
            <a:r>
              <a:rPr lang="en-US" dirty="0"/>
              <a:t>						    	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dirty="0"/>
              <a:t>Web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Threats Prevented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Injection</a:t>
            </a:r>
          </a:p>
          <a:p>
            <a:r>
              <a:rPr dirty="0"/>
              <a:t>Cross-Site Scripting (XSS)</a:t>
            </a:r>
          </a:p>
          <a:p>
            <a:r>
              <a:rPr dirty="0"/>
              <a:t>Bot attacks</a:t>
            </a:r>
          </a:p>
          <a:p>
            <a:r>
              <a:rPr dirty="0"/>
              <a:t>HTTP Flood attacks</a:t>
            </a:r>
          </a:p>
          <a:p>
            <a:r>
              <a:rPr dirty="0"/>
              <a:t>Malicious IP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Scenario:</a:t>
            </a:r>
          </a:p>
          <a:p>
            <a:r>
              <a:rPr dirty="0"/>
              <a:t>An E-commerce website hosted on AWS receives malicious traffic.</a:t>
            </a:r>
          </a:p>
          <a:p>
            <a:r>
              <a:rPr b="1" dirty="0"/>
              <a:t>Solution:</a:t>
            </a:r>
          </a:p>
          <a:p>
            <a:r>
              <a:rPr dirty="0"/>
              <a:t>AWS WAF filters bad requests before reaching the application.</a:t>
            </a:r>
          </a:p>
          <a:p>
            <a:r>
              <a:rPr b="1" dirty="0"/>
              <a:t>Result:</a:t>
            </a:r>
          </a:p>
          <a:p>
            <a:r>
              <a:rPr dirty="0"/>
              <a:t>Improved security and application availability.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Login to AWS Console</a:t>
            </a:r>
          </a:p>
          <a:p>
            <a:pPr marL="0" indent="0">
              <a:buNone/>
            </a:pPr>
            <a:r>
              <a:rPr dirty="0"/>
              <a:t>2. Open AWS WAF Service</a:t>
            </a:r>
          </a:p>
          <a:p>
            <a:pPr marL="0" indent="0">
              <a:buNone/>
            </a:pPr>
            <a:r>
              <a:rPr dirty="0"/>
              <a:t>3. Create Web ACL</a:t>
            </a:r>
          </a:p>
          <a:p>
            <a:pPr marL="0" indent="0">
              <a:buNone/>
            </a:pPr>
            <a:r>
              <a:rPr dirty="0"/>
              <a:t>4. Add Rules</a:t>
            </a:r>
          </a:p>
          <a:p>
            <a:pPr marL="0" indent="0">
              <a:buNone/>
            </a:pPr>
            <a:r>
              <a:rPr dirty="0"/>
              <a:t>5. Associate with ALB or CloudFront</a:t>
            </a:r>
          </a:p>
          <a:p>
            <a:pPr marL="0" indent="0">
              <a:buNone/>
            </a:pPr>
            <a:r>
              <a:rPr dirty="0"/>
              <a:t>6. Test and Monitor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Fully managed security service</a:t>
            </a:r>
          </a:p>
          <a:p>
            <a:r>
              <a:rPr dirty="0"/>
              <a:t>Easy integration with AWS services</a:t>
            </a:r>
          </a:p>
          <a:p>
            <a:r>
              <a:rPr dirty="0"/>
              <a:t>Scalable protection</a:t>
            </a:r>
          </a:p>
          <a:p>
            <a:r>
              <a:rPr dirty="0"/>
              <a:t>Real-time traffic visibility</a:t>
            </a:r>
          </a:p>
          <a:p>
            <a:r>
              <a:rPr dirty="0"/>
              <a:t>Cost effective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Pricing is based on:</a:t>
            </a:r>
          </a:p>
          <a:p>
            <a:r>
              <a:rPr dirty="0"/>
              <a:t>Number of Web ACLs</a:t>
            </a:r>
          </a:p>
          <a:p>
            <a:r>
              <a:rPr dirty="0"/>
              <a:t>Number of rules</a:t>
            </a:r>
          </a:p>
          <a:p>
            <a:r>
              <a:rPr dirty="0"/>
              <a:t>Number of web requests inspected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WAF helps secure web applications</a:t>
            </a:r>
            <a:r>
              <a:rPr lang="en-US" dirty="0"/>
              <a:t> </a:t>
            </a:r>
            <a:r>
              <a:rPr dirty="0"/>
              <a:t>from common cyber threats and attacks.</a:t>
            </a:r>
          </a:p>
          <a:p>
            <a:endParaRPr dirty="0"/>
          </a:p>
          <a:p>
            <a:r>
              <a:rPr dirty="0"/>
              <a:t>It provides scalable and managed security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277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AWS WAF (Web Application Firewall)</vt:lpstr>
      <vt:lpstr>What is AWS WAF?</vt:lpstr>
      <vt:lpstr>Key Features</vt:lpstr>
      <vt:lpstr>Architecture</vt:lpstr>
      <vt:lpstr>Threats Prevented</vt:lpstr>
      <vt:lpstr>Real-Time Use Case</vt:lpstr>
      <vt:lpstr>Implementation Steps</vt:lpstr>
      <vt:lpstr>Advantages</vt:lpstr>
      <vt:lpstr>Pricing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2</cp:revision>
  <dcterms:created xsi:type="dcterms:W3CDTF">2013-01-27T09:14:16Z</dcterms:created>
  <dcterms:modified xsi:type="dcterms:W3CDTF">2026-05-08T10:27:02Z</dcterms:modified>
  <cp:category/>
</cp:coreProperties>
</file>