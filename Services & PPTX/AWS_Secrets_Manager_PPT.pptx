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AWS Secrets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856" y="4500080"/>
            <a:ext cx="4266344" cy="1138719"/>
          </a:xfrm>
        </p:spPr>
        <p:txBody>
          <a:bodyPr/>
          <a:lstStyle/>
          <a:p>
            <a:r>
              <a:rPr lang="en-US" dirty="0"/>
              <a:t>Manisha Akkapally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AWS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AWS Secrets Manager is a secure secrets management service.</a:t>
            </a:r>
          </a:p>
          <a:p>
            <a:r>
              <a:rPr dirty="0"/>
              <a:t>Helps protect sensitive information like passwords and API keys.</a:t>
            </a:r>
          </a:p>
          <a:p>
            <a:r>
              <a:rPr dirty="0"/>
              <a:t>Enables secure storage, retrieval, and rotation of secrets.</a:t>
            </a:r>
          </a:p>
          <a:p>
            <a:r>
              <a:rPr dirty="0"/>
              <a:t>Integrates with AWS services and applications.</a:t>
            </a:r>
          </a:p>
          <a:p>
            <a:r>
              <a:rPr dirty="0"/>
              <a:t>Reduces hardcoding of credentials in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Use AWS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Centralized secrets management</a:t>
            </a:r>
          </a:p>
          <a:p>
            <a:r>
              <a:rPr dirty="0"/>
              <a:t>Automatic secret rotation</a:t>
            </a:r>
          </a:p>
          <a:p>
            <a:r>
              <a:rPr dirty="0"/>
              <a:t>Improved application security</a:t>
            </a:r>
          </a:p>
          <a:p>
            <a:r>
              <a:rPr dirty="0"/>
              <a:t>Encryption using AWS KMS</a:t>
            </a:r>
          </a:p>
          <a:p>
            <a:r>
              <a:rPr dirty="0"/>
              <a:t>Fine-grained IAM access control</a:t>
            </a:r>
          </a:p>
          <a:p>
            <a:r>
              <a:rPr dirty="0"/>
              <a:t>Compliance and auditing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Types of Secrets Stored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 credentials</a:t>
            </a:r>
          </a:p>
          <a:p>
            <a:r>
              <a:rPr dirty="0"/>
              <a:t>API keys</a:t>
            </a:r>
          </a:p>
          <a:p>
            <a:r>
              <a:rPr dirty="0"/>
              <a:t>OAuth tokens</a:t>
            </a:r>
          </a:p>
          <a:p>
            <a:r>
              <a:rPr dirty="0"/>
              <a:t>SSH keys</a:t>
            </a:r>
          </a:p>
          <a:p>
            <a:r>
              <a:rPr dirty="0"/>
              <a:t>Application credentials</a:t>
            </a:r>
          </a:p>
          <a:p>
            <a:r>
              <a:rPr dirty="0"/>
              <a:t>Third-party service secrets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AWS Secrets Manager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	</a:t>
            </a:r>
            <a:r>
              <a:rPr dirty="0"/>
              <a:t>Application / User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lang="en-US" dirty="0"/>
              <a:t>					</a:t>
            </a:r>
            <a:r>
              <a:rPr dirty="0"/>
              <a:t>  ↓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AWS Secrets Manager</a:t>
            </a:r>
          </a:p>
          <a:p>
            <a:pPr marL="0" indent="0">
              <a:buNone/>
            </a:pPr>
            <a:r>
              <a:rPr dirty="0"/>
              <a:t>          </a:t>
            </a:r>
            <a:r>
              <a:rPr lang="en-US" dirty="0"/>
              <a:t>				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AWS KMS Encryption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lang="en-US" dirty="0"/>
              <a:t>					 </a:t>
            </a:r>
            <a:r>
              <a:rPr dirty="0"/>
              <a:t> ↓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dirty="0"/>
              <a:t>Secure Secret Storage &amp; Retrieval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 secret rotation</a:t>
            </a:r>
          </a:p>
          <a:p>
            <a:r>
              <a:rPr dirty="0"/>
              <a:t>Secure encryption</a:t>
            </a:r>
          </a:p>
          <a:p>
            <a:r>
              <a:rPr dirty="0"/>
              <a:t>Fine-grained IAM permissions</a:t>
            </a:r>
          </a:p>
          <a:p>
            <a:r>
              <a:rPr dirty="0"/>
              <a:t>Audit logging using CloudTrail</a:t>
            </a:r>
          </a:p>
          <a:p>
            <a:r>
              <a:rPr dirty="0"/>
              <a:t>Version management</a:t>
            </a:r>
          </a:p>
          <a:p>
            <a:r>
              <a:rPr dirty="0"/>
              <a:t>Cross-service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Automatic Secret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Automatically changes credentials periodically.</a:t>
            </a:r>
          </a:p>
          <a:p>
            <a:r>
              <a:rPr dirty="0"/>
              <a:t>Reduces risk of credential exposure.</a:t>
            </a:r>
          </a:p>
          <a:p>
            <a:r>
              <a:rPr dirty="0"/>
              <a:t>Supports RDS, Redshift, and custom databases.</a:t>
            </a:r>
          </a:p>
          <a:p>
            <a:r>
              <a:rPr dirty="0"/>
              <a:t>Uses AWS Lambda for rotation logic.</a:t>
            </a:r>
          </a:p>
          <a:p>
            <a:r>
              <a:rPr dirty="0"/>
              <a:t>• Ensures applications always use updated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Encryption using AWS KMS</a:t>
            </a:r>
          </a:p>
          <a:p>
            <a:r>
              <a:rPr dirty="0"/>
              <a:t>IAM-based access control</a:t>
            </a:r>
          </a:p>
          <a:p>
            <a:r>
              <a:rPr dirty="0"/>
              <a:t>CloudTrail audit logging</a:t>
            </a:r>
          </a:p>
          <a:p>
            <a:r>
              <a:rPr dirty="0"/>
              <a:t>VPC endpoint support</a:t>
            </a:r>
          </a:p>
          <a:p>
            <a:r>
              <a:rPr dirty="0"/>
              <a:t>Secure API access using HTTPS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Secret Version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Maintains multiple versions of secrets.</a:t>
            </a:r>
          </a:p>
          <a:p>
            <a:r>
              <a:rPr dirty="0"/>
              <a:t>Supports rollback if needed.</a:t>
            </a:r>
          </a:p>
          <a:p>
            <a:r>
              <a:rPr dirty="0"/>
              <a:t>Tracks current and previous secret versions.</a:t>
            </a:r>
          </a:p>
          <a:p>
            <a:r>
              <a:rPr dirty="0"/>
              <a:t>Simplifies credential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Amazon RDS</a:t>
            </a:r>
          </a:p>
          <a:p>
            <a:r>
              <a:t>• AWS Lambda</a:t>
            </a:r>
          </a:p>
          <a:p>
            <a:r>
              <a:t>• Amazon EC2</a:t>
            </a:r>
          </a:p>
          <a:p>
            <a:r>
              <a:t>• AWS IAM</a:t>
            </a:r>
          </a:p>
          <a:p>
            <a:r>
              <a:t>• AWS KMS</a:t>
            </a:r>
          </a:p>
          <a:p>
            <a:r>
              <a:t>• Amazon ECS</a:t>
            </a:r>
          </a:p>
          <a:p>
            <a:r>
              <a:t>• Amazon 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Real-Time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S</a:t>
            </a:r>
            <a:r>
              <a:rPr b="1" dirty="0"/>
              <a:t>cenario:</a:t>
            </a:r>
          </a:p>
          <a:p>
            <a:r>
              <a:rPr dirty="0"/>
              <a:t>A finance application stores database passwords inside application code.</a:t>
            </a:r>
          </a:p>
          <a:p>
            <a:pPr marL="0" indent="0">
              <a:buNone/>
            </a:pPr>
            <a:r>
              <a:rPr b="1" dirty="0"/>
              <a:t>Problem:</a:t>
            </a:r>
          </a:p>
          <a:p>
            <a:r>
              <a:rPr dirty="0"/>
              <a:t>Hardcoded credentials create security risks.</a:t>
            </a:r>
          </a:p>
          <a:p>
            <a:pPr marL="0" indent="0">
              <a:buNone/>
            </a:pPr>
            <a:r>
              <a:rPr b="1" dirty="0"/>
              <a:t>Solution:</a:t>
            </a:r>
          </a:p>
          <a:p>
            <a:r>
              <a:rPr dirty="0"/>
              <a:t>Store database credentials securely in AWS Secrets Manager.</a:t>
            </a:r>
          </a:p>
          <a:p>
            <a:pPr marL="0" indent="0">
              <a:buNone/>
            </a:pPr>
            <a:r>
              <a:rPr b="1" dirty="0"/>
              <a:t>Result:</a:t>
            </a:r>
          </a:p>
          <a:p>
            <a:r>
              <a:rPr dirty="0"/>
              <a:t>Improved security and automated credential rotation.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Login to AWS Console</a:t>
            </a:r>
          </a:p>
          <a:p>
            <a:pPr marL="0" indent="0">
              <a:buNone/>
            </a:pPr>
            <a:r>
              <a:rPr dirty="0"/>
              <a:t>2. Open AWS Secrets Manager</a:t>
            </a:r>
          </a:p>
          <a:p>
            <a:pPr marL="0" indent="0">
              <a:buNone/>
            </a:pPr>
            <a:r>
              <a:rPr dirty="0"/>
              <a:t>3. Choose 'Store a New Secret'</a:t>
            </a:r>
          </a:p>
          <a:p>
            <a:pPr marL="0" indent="0">
              <a:buNone/>
            </a:pPr>
            <a:r>
              <a:rPr dirty="0"/>
              <a:t>4. Select Secret Type</a:t>
            </a:r>
          </a:p>
          <a:p>
            <a:pPr marL="0" indent="0">
              <a:buNone/>
            </a:pPr>
            <a:r>
              <a:rPr dirty="0"/>
              <a:t>5. Enter Secret Values</a:t>
            </a:r>
          </a:p>
          <a:p>
            <a:pPr marL="0" indent="0">
              <a:buNone/>
            </a:pPr>
            <a:r>
              <a:rPr dirty="0"/>
              <a:t>6. Configure Encryption using AWS KMS</a:t>
            </a:r>
          </a:p>
          <a:p>
            <a:pPr marL="0" indent="0">
              <a:buNone/>
            </a:pPr>
            <a:r>
              <a:rPr dirty="0"/>
              <a:t>7. Enable Automatic Rotation (Optional)</a:t>
            </a:r>
          </a:p>
          <a:p>
            <a:pPr marL="0" indent="0">
              <a:buNone/>
            </a:pPr>
            <a:r>
              <a:rPr dirty="0"/>
              <a:t>8. Access Secret from Application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Monitoring and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 secret usage using CloudWatch</a:t>
            </a:r>
          </a:p>
          <a:p>
            <a:r>
              <a:rPr dirty="0"/>
              <a:t>Track API calls using AWS CloudTrail</a:t>
            </a:r>
          </a:p>
          <a:p>
            <a:r>
              <a:rPr dirty="0"/>
              <a:t>Configure alarms for unauthorized access</a:t>
            </a:r>
          </a:p>
          <a:p>
            <a:r>
              <a:rPr dirty="0"/>
              <a:t>Generate compliance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security</a:t>
            </a:r>
          </a:p>
          <a:p>
            <a:r>
              <a:rPr dirty="0"/>
              <a:t>Automatic credential rotation</a:t>
            </a:r>
          </a:p>
          <a:p>
            <a:r>
              <a:rPr dirty="0"/>
              <a:t>Reduced hardcoded secrets</a:t>
            </a:r>
          </a:p>
          <a:p>
            <a:r>
              <a:rPr dirty="0"/>
              <a:t>Easy application integration</a:t>
            </a:r>
          </a:p>
          <a:p>
            <a:r>
              <a:rPr dirty="0"/>
              <a:t>Better compliance and auditing</a:t>
            </a:r>
          </a:p>
          <a:p>
            <a:r>
              <a:rPr dirty="0"/>
              <a:t>Centralized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Pricing is based on:</a:t>
            </a:r>
          </a:p>
          <a:p>
            <a:r>
              <a:rPr dirty="0"/>
              <a:t>Number of secrets stored</a:t>
            </a:r>
          </a:p>
          <a:p>
            <a:r>
              <a:rPr dirty="0"/>
              <a:t>API calls made</a:t>
            </a:r>
          </a:p>
          <a:p>
            <a:r>
              <a:rPr dirty="0"/>
              <a:t>Secret rotation usage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AWS charges monthly per secret.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Enable automatic rotation</a:t>
            </a:r>
          </a:p>
          <a:p>
            <a:r>
              <a:rPr dirty="0"/>
              <a:t>Use IAM least privilege access</a:t>
            </a:r>
          </a:p>
          <a:p>
            <a:r>
              <a:rPr dirty="0"/>
              <a:t>Encrypt secrets using KMS</a:t>
            </a:r>
          </a:p>
          <a:p>
            <a:r>
              <a:rPr dirty="0"/>
              <a:t>Avoid storing secrets in code</a:t>
            </a:r>
          </a:p>
          <a:p>
            <a:r>
              <a:rPr dirty="0"/>
              <a:t>Monitor access regularly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AWS Secrets Manager securely stores and manages</a:t>
            </a:r>
            <a:r>
              <a:rPr lang="en-US" dirty="0"/>
              <a:t> </a:t>
            </a:r>
            <a:r>
              <a:rPr dirty="0"/>
              <a:t>sensitive credentials and application secrets.</a:t>
            </a:r>
            <a:endParaRPr lang="en-US" dirty="0"/>
          </a:p>
          <a:p>
            <a:r>
              <a:rPr dirty="0"/>
              <a:t>It improves security, compliance,</a:t>
            </a:r>
            <a:r>
              <a:rPr lang="en-US" dirty="0"/>
              <a:t> </a:t>
            </a:r>
            <a:r>
              <a:rPr dirty="0"/>
              <a:t>and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483</Words>
  <Application>Microsoft Office PowerPoint</Application>
  <PresentationFormat>On-screen Show (4:3)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AWS Secrets Manager</vt:lpstr>
      <vt:lpstr>What is AWS Secrets Manager?</vt:lpstr>
      <vt:lpstr>Why Use AWS Secrets Manager?</vt:lpstr>
      <vt:lpstr>Types of Secrets Stored</vt:lpstr>
      <vt:lpstr>AWS Secrets Manager Architecture</vt:lpstr>
      <vt:lpstr>Key Features</vt:lpstr>
      <vt:lpstr>Automatic Secret Rotation</vt:lpstr>
      <vt:lpstr>Security Features</vt:lpstr>
      <vt:lpstr>Secret Version Management</vt:lpstr>
      <vt:lpstr>AWS Service Integrations</vt:lpstr>
      <vt:lpstr>Real-Time Use Case</vt:lpstr>
      <vt:lpstr>Implementation Steps</vt:lpstr>
      <vt:lpstr>Monitoring and Auditing</vt:lpstr>
      <vt:lpstr>Advantages</vt:lpstr>
      <vt:lpstr>Pricing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 reddy</dc:creator>
  <cp:keywords/>
  <dc:description>generated using python-pptx</dc:description>
  <cp:lastModifiedBy>Akkapally, Manisha (Student)</cp:lastModifiedBy>
  <cp:revision>3</cp:revision>
  <dcterms:created xsi:type="dcterms:W3CDTF">2013-01-27T09:14:16Z</dcterms:created>
  <dcterms:modified xsi:type="dcterms:W3CDTF">2026-05-08T11:32:05Z</dcterms:modified>
  <cp:category/>
</cp:coreProperties>
</file>