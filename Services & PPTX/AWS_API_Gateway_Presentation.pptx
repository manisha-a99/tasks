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7" r:id="rId4"/>
    <p:sldId id="268" r:id="rId5"/>
    <p:sldId id="269" r:id="rId6"/>
    <p:sldId id="270" r:id="rId7"/>
    <p:sldId id="258" r:id="rId8"/>
    <p:sldId id="259" r:id="rId9"/>
    <p:sldId id="260" r:id="rId10"/>
    <p:sldId id="261" r:id="rId11"/>
    <p:sldId id="266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AC927E-0995-4081-9335-EE8A3C572D4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39C2732-2A0E-4F79-8C65-12B1C523D8BC}">
      <dgm:prSet/>
      <dgm:spPr/>
      <dgm:t>
        <a:bodyPr/>
        <a:lstStyle/>
        <a:p>
          <a:r>
            <a:rPr lang="en-US" dirty="0"/>
            <a:t>Amazon API Gateway is a fully managed AWS service used to create, publish, secure, and monitor APIs.</a:t>
          </a:r>
        </a:p>
      </dgm:t>
    </dgm:pt>
    <dgm:pt modelId="{51DF5773-8386-415B-892D-9F8851D98685}" type="parTrans" cxnId="{657D35BE-0A89-4C81-85DF-33B98F5BEA55}">
      <dgm:prSet/>
      <dgm:spPr/>
      <dgm:t>
        <a:bodyPr/>
        <a:lstStyle/>
        <a:p>
          <a:endParaRPr lang="en-US"/>
        </a:p>
      </dgm:t>
    </dgm:pt>
    <dgm:pt modelId="{7F228002-AB47-4A93-B682-6AB47726F998}" type="sibTrans" cxnId="{657D35BE-0A89-4C81-85DF-33B98F5BEA55}">
      <dgm:prSet/>
      <dgm:spPr/>
      <dgm:t>
        <a:bodyPr/>
        <a:lstStyle/>
        <a:p>
          <a:endParaRPr lang="en-US"/>
        </a:p>
      </dgm:t>
    </dgm:pt>
    <dgm:pt modelId="{2CFC991E-D00E-49A0-8197-D30934A8C608}">
      <dgm:prSet/>
      <dgm:spPr/>
      <dgm:t>
        <a:bodyPr/>
        <a:lstStyle/>
        <a:p>
          <a:r>
            <a:rPr lang="en-US"/>
            <a:t>It acts as the front door for applications to access backend services.</a:t>
          </a:r>
        </a:p>
      </dgm:t>
    </dgm:pt>
    <dgm:pt modelId="{594379DA-E5C7-4937-AD3C-C933023D0372}" type="parTrans" cxnId="{631BCE5C-A5D0-4067-B706-4D871FF5BC9E}">
      <dgm:prSet/>
      <dgm:spPr/>
      <dgm:t>
        <a:bodyPr/>
        <a:lstStyle/>
        <a:p>
          <a:endParaRPr lang="en-US"/>
        </a:p>
      </dgm:t>
    </dgm:pt>
    <dgm:pt modelId="{A25DE277-4981-4050-9FF3-973252EF6F41}" type="sibTrans" cxnId="{631BCE5C-A5D0-4067-B706-4D871FF5BC9E}">
      <dgm:prSet/>
      <dgm:spPr/>
      <dgm:t>
        <a:bodyPr/>
        <a:lstStyle/>
        <a:p>
          <a:endParaRPr lang="en-US"/>
        </a:p>
      </dgm:t>
    </dgm:pt>
    <dgm:pt modelId="{2CFA969D-B588-4F27-8618-443D5FFD220F}">
      <dgm:prSet/>
      <dgm:spPr/>
      <dgm:t>
        <a:bodyPr/>
        <a:lstStyle/>
        <a:p>
          <a:r>
            <a:rPr lang="en-US"/>
            <a:t>API Gateway receives client requests, routes them to backend services, and returns the response.</a:t>
          </a:r>
        </a:p>
      </dgm:t>
    </dgm:pt>
    <dgm:pt modelId="{7D8A147E-5392-4AB0-BCC1-B79BC5E59397}" type="parTrans" cxnId="{58DFEEAD-F4AD-455A-A062-6EEB088D8AD6}">
      <dgm:prSet/>
      <dgm:spPr/>
      <dgm:t>
        <a:bodyPr/>
        <a:lstStyle/>
        <a:p>
          <a:endParaRPr lang="en-US"/>
        </a:p>
      </dgm:t>
    </dgm:pt>
    <dgm:pt modelId="{0294D488-8CCA-49D3-9D05-2C1CAAE99518}" type="sibTrans" cxnId="{58DFEEAD-F4AD-455A-A062-6EEB088D8AD6}">
      <dgm:prSet/>
      <dgm:spPr/>
      <dgm:t>
        <a:bodyPr/>
        <a:lstStyle/>
        <a:p>
          <a:endParaRPr lang="en-US"/>
        </a:p>
      </dgm:t>
    </dgm:pt>
    <dgm:pt modelId="{8727CB95-13B4-43C4-9E51-F6513D09C787}" type="pres">
      <dgm:prSet presAssocID="{5BAC927E-0995-4081-9335-EE8A3C572D43}" presName="linear" presStyleCnt="0">
        <dgm:presLayoutVars>
          <dgm:animLvl val="lvl"/>
          <dgm:resizeHandles val="exact"/>
        </dgm:presLayoutVars>
      </dgm:prSet>
      <dgm:spPr/>
    </dgm:pt>
    <dgm:pt modelId="{54CA0289-C867-4A4F-A1AE-C595F1B0E624}" type="pres">
      <dgm:prSet presAssocID="{D39C2732-2A0E-4F79-8C65-12B1C523D8B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FC641AF-A223-4FD3-9EA3-E902EE1FCA9A}" type="pres">
      <dgm:prSet presAssocID="{7F228002-AB47-4A93-B682-6AB47726F998}" presName="spacer" presStyleCnt="0"/>
      <dgm:spPr/>
    </dgm:pt>
    <dgm:pt modelId="{0A629C24-8B71-4CE9-B342-ACE7B11D3763}" type="pres">
      <dgm:prSet presAssocID="{2CFC991E-D00E-49A0-8197-D30934A8C60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8ECAE4A-7C61-4240-9A2E-29445E44BC4A}" type="pres">
      <dgm:prSet presAssocID="{A25DE277-4981-4050-9FF3-973252EF6F41}" presName="spacer" presStyleCnt="0"/>
      <dgm:spPr/>
    </dgm:pt>
    <dgm:pt modelId="{6091E7C8-65D5-4660-8AC9-6CBB388693FA}" type="pres">
      <dgm:prSet presAssocID="{2CFA969D-B588-4F27-8618-443D5FFD220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F713A31-604B-4710-BDC3-18FCCA71C2F6}" type="presOf" srcId="{D39C2732-2A0E-4F79-8C65-12B1C523D8BC}" destId="{54CA0289-C867-4A4F-A1AE-C595F1B0E624}" srcOrd="0" destOrd="0" presId="urn:microsoft.com/office/officeart/2005/8/layout/vList2"/>
    <dgm:cxn modelId="{631BCE5C-A5D0-4067-B706-4D871FF5BC9E}" srcId="{5BAC927E-0995-4081-9335-EE8A3C572D43}" destId="{2CFC991E-D00E-49A0-8197-D30934A8C608}" srcOrd="1" destOrd="0" parTransId="{594379DA-E5C7-4937-AD3C-C933023D0372}" sibTransId="{A25DE277-4981-4050-9FF3-973252EF6F41}"/>
    <dgm:cxn modelId="{0E8CEE5D-A67B-43CA-B4F9-9E3C8B0F4365}" type="presOf" srcId="{2CFC991E-D00E-49A0-8197-D30934A8C608}" destId="{0A629C24-8B71-4CE9-B342-ACE7B11D3763}" srcOrd="0" destOrd="0" presId="urn:microsoft.com/office/officeart/2005/8/layout/vList2"/>
    <dgm:cxn modelId="{BBD90887-7814-410D-B2BE-12668F770756}" type="presOf" srcId="{5BAC927E-0995-4081-9335-EE8A3C572D43}" destId="{8727CB95-13B4-43C4-9E51-F6513D09C787}" srcOrd="0" destOrd="0" presId="urn:microsoft.com/office/officeart/2005/8/layout/vList2"/>
    <dgm:cxn modelId="{58DFEEAD-F4AD-455A-A062-6EEB088D8AD6}" srcId="{5BAC927E-0995-4081-9335-EE8A3C572D43}" destId="{2CFA969D-B588-4F27-8618-443D5FFD220F}" srcOrd="2" destOrd="0" parTransId="{7D8A147E-5392-4AB0-BCC1-B79BC5E59397}" sibTransId="{0294D488-8CCA-49D3-9D05-2C1CAAE99518}"/>
    <dgm:cxn modelId="{657D35BE-0A89-4C81-85DF-33B98F5BEA55}" srcId="{5BAC927E-0995-4081-9335-EE8A3C572D43}" destId="{D39C2732-2A0E-4F79-8C65-12B1C523D8BC}" srcOrd="0" destOrd="0" parTransId="{51DF5773-8386-415B-892D-9F8851D98685}" sibTransId="{7F228002-AB47-4A93-B682-6AB47726F998}"/>
    <dgm:cxn modelId="{17F9C1CA-3380-4408-8FCE-FEF388DC288A}" type="presOf" srcId="{2CFA969D-B588-4F27-8618-443D5FFD220F}" destId="{6091E7C8-65D5-4660-8AC9-6CBB388693FA}" srcOrd="0" destOrd="0" presId="urn:microsoft.com/office/officeart/2005/8/layout/vList2"/>
    <dgm:cxn modelId="{1111820B-5F52-4BFE-84B3-79D5543BC117}" type="presParOf" srcId="{8727CB95-13B4-43C4-9E51-F6513D09C787}" destId="{54CA0289-C867-4A4F-A1AE-C595F1B0E624}" srcOrd="0" destOrd="0" presId="urn:microsoft.com/office/officeart/2005/8/layout/vList2"/>
    <dgm:cxn modelId="{75B6BA4D-624B-4E8A-98DF-92C16116215C}" type="presParOf" srcId="{8727CB95-13B4-43C4-9E51-F6513D09C787}" destId="{7FC641AF-A223-4FD3-9EA3-E902EE1FCA9A}" srcOrd="1" destOrd="0" presId="urn:microsoft.com/office/officeart/2005/8/layout/vList2"/>
    <dgm:cxn modelId="{38141728-BA31-4651-B194-10495881517D}" type="presParOf" srcId="{8727CB95-13B4-43C4-9E51-F6513D09C787}" destId="{0A629C24-8B71-4CE9-B342-ACE7B11D3763}" srcOrd="2" destOrd="0" presId="urn:microsoft.com/office/officeart/2005/8/layout/vList2"/>
    <dgm:cxn modelId="{9A5F369C-6841-4ABC-AD68-79AC2BE0BC0C}" type="presParOf" srcId="{8727CB95-13B4-43C4-9E51-F6513D09C787}" destId="{88ECAE4A-7C61-4240-9A2E-29445E44BC4A}" srcOrd="3" destOrd="0" presId="urn:microsoft.com/office/officeart/2005/8/layout/vList2"/>
    <dgm:cxn modelId="{BAD9EA66-D2EF-4DE7-9134-B26DEB725EAB}" type="presParOf" srcId="{8727CB95-13B4-43C4-9E51-F6513D09C787}" destId="{6091E7C8-65D5-4660-8AC9-6CBB388693F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73F3EEB-338A-42D3-8314-19EF79B8E45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716EAC5-486F-4BE0-A091-69934C40B615}">
      <dgm:prSet/>
      <dgm:spPr/>
      <dgm:t>
        <a:bodyPr/>
        <a:lstStyle/>
        <a:p>
          <a:r>
            <a:rPr lang="en-US"/>
            <a:t>Client sends a request to the API endpoint.</a:t>
          </a:r>
        </a:p>
      </dgm:t>
    </dgm:pt>
    <dgm:pt modelId="{1BDB9D9F-26BB-4EAD-9699-B3BEF3CE9F9E}" type="parTrans" cxnId="{F44CED03-7B6A-47C8-9915-EF4F3E80F774}">
      <dgm:prSet/>
      <dgm:spPr/>
      <dgm:t>
        <a:bodyPr/>
        <a:lstStyle/>
        <a:p>
          <a:endParaRPr lang="en-US"/>
        </a:p>
      </dgm:t>
    </dgm:pt>
    <dgm:pt modelId="{E183B9DA-A4AA-4C70-86F7-A63D461B799A}" type="sibTrans" cxnId="{F44CED03-7B6A-47C8-9915-EF4F3E80F774}">
      <dgm:prSet/>
      <dgm:spPr/>
      <dgm:t>
        <a:bodyPr/>
        <a:lstStyle/>
        <a:p>
          <a:endParaRPr lang="en-US"/>
        </a:p>
      </dgm:t>
    </dgm:pt>
    <dgm:pt modelId="{59767DD5-3330-457B-856C-014604EFD8CB}">
      <dgm:prSet/>
      <dgm:spPr/>
      <dgm:t>
        <a:bodyPr/>
        <a:lstStyle/>
        <a:p>
          <a:r>
            <a:rPr lang="en-US"/>
            <a:t>API Gateway receives the request.</a:t>
          </a:r>
        </a:p>
      </dgm:t>
    </dgm:pt>
    <dgm:pt modelId="{33114494-FB43-49A9-9EFF-864D9A2BA5C2}" type="parTrans" cxnId="{B70AD91B-E33B-4512-98B7-49D3799852A6}">
      <dgm:prSet/>
      <dgm:spPr/>
      <dgm:t>
        <a:bodyPr/>
        <a:lstStyle/>
        <a:p>
          <a:endParaRPr lang="en-US"/>
        </a:p>
      </dgm:t>
    </dgm:pt>
    <dgm:pt modelId="{649EF6D3-91A6-485F-A53B-407290867760}" type="sibTrans" cxnId="{B70AD91B-E33B-4512-98B7-49D3799852A6}">
      <dgm:prSet/>
      <dgm:spPr/>
      <dgm:t>
        <a:bodyPr/>
        <a:lstStyle/>
        <a:p>
          <a:endParaRPr lang="en-US"/>
        </a:p>
      </dgm:t>
    </dgm:pt>
    <dgm:pt modelId="{CC20E6B7-FB18-4AE5-9267-F74776DD86B9}">
      <dgm:prSet/>
      <dgm:spPr/>
      <dgm:t>
        <a:bodyPr/>
        <a:lstStyle/>
        <a:p>
          <a:r>
            <a:rPr lang="en-US"/>
            <a:t>API Gateway routes the request to the backend service.</a:t>
          </a:r>
        </a:p>
      </dgm:t>
    </dgm:pt>
    <dgm:pt modelId="{217F065E-EE8E-499B-9471-6D1058BF6984}" type="parTrans" cxnId="{6562A222-6455-44FB-A7DB-371D7FEF910D}">
      <dgm:prSet/>
      <dgm:spPr/>
      <dgm:t>
        <a:bodyPr/>
        <a:lstStyle/>
        <a:p>
          <a:endParaRPr lang="en-US"/>
        </a:p>
      </dgm:t>
    </dgm:pt>
    <dgm:pt modelId="{5F5D39C3-E277-4A3B-8B0B-3976C73D8D93}" type="sibTrans" cxnId="{6562A222-6455-44FB-A7DB-371D7FEF910D}">
      <dgm:prSet/>
      <dgm:spPr/>
      <dgm:t>
        <a:bodyPr/>
        <a:lstStyle/>
        <a:p>
          <a:endParaRPr lang="en-US"/>
        </a:p>
      </dgm:t>
    </dgm:pt>
    <dgm:pt modelId="{C354C884-CF70-4D34-A20A-FC6FFE189E84}">
      <dgm:prSet/>
      <dgm:spPr/>
      <dgm:t>
        <a:bodyPr/>
        <a:lstStyle/>
        <a:p>
          <a:r>
            <a:rPr lang="en-US"/>
            <a:t>Backend service processes the request.</a:t>
          </a:r>
        </a:p>
      </dgm:t>
    </dgm:pt>
    <dgm:pt modelId="{DC1431FE-388A-4445-B965-C9D3D78CCAAE}" type="parTrans" cxnId="{6CCF323B-2EFD-445D-A4D2-AF198514B0F7}">
      <dgm:prSet/>
      <dgm:spPr/>
      <dgm:t>
        <a:bodyPr/>
        <a:lstStyle/>
        <a:p>
          <a:endParaRPr lang="en-US"/>
        </a:p>
      </dgm:t>
    </dgm:pt>
    <dgm:pt modelId="{47FF7166-BEC4-40D5-98E8-C922FF7072BE}" type="sibTrans" cxnId="{6CCF323B-2EFD-445D-A4D2-AF198514B0F7}">
      <dgm:prSet/>
      <dgm:spPr/>
      <dgm:t>
        <a:bodyPr/>
        <a:lstStyle/>
        <a:p>
          <a:endParaRPr lang="en-US"/>
        </a:p>
      </dgm:t>
    </dgm:pt>
    <dgm:pt modelId="{330FCC63-3CC3-4C0F-9417-5BB5B3578A5E}">
      <dgm:prSet/>
      <dgm:spPr/>
      <dgm:t>
        <a:bodyPr/>
        <a:lstStyle/>
        <a:p>
          <a:r>
            <a:rPr lang="en-US"/>
            <a:t>API Gateway returns the response to the client.</a:t>
          </a:r>
        </a:p>
      </dgm:t>
    </dgm:pt>
    <dgm:pt modelId="{0511A390-E9DF-4E5B-A776-8583DEF4CC82}" type="parTrans" cxnId="{3BFBAA27-19DE-45E6-8A40-4FC69F349140}">
      <dgm:prSet/>
      <dgm:spPr/>
      <dgm:t>
        <a:bodyPr/>
        <a:lstStyle/>
        <a:p>
          <a:endParaRPr lang="en-US"/>
        </a:p>
      </dgm:t>
    </dgm:pt>
    <dgm:pt modelId="{4BD062F8-AAA2-4275-8440-3A8A55D46C9C}" type="sibTrans" cxnId="{3BFBAA27-19DE-45E6-8A40-4FC69F349140}">
      <dgm:prSet/>
      <dgm:spPr/>
      <dgm:t>
        <a:bodyPr/>
        <a:lstStyle/>
        <a:p>
          <a:endParaRPr lang="en-US"/>
        </a:p>
      </dgm:t>
    </dgm:pt>
    <dgm:pt modelId="{78E2F211-7DFE-45A0-9404-98074DB4EC7A}" type="pres">
      <dgm:prSet presAssocID="{973F3EEB-338A-42D3-8314-19EF79B8E457}" presName="linear" presStyleCnt="0">
        <dgm:presLayoutVars>
          <dgm:animLvl val="lvl"/>
          <dgm:resizeHandles val="exact"/>
        </dgm:presLayoutVars>
      </dgm:prSet>
      <dgm:spPr/>
    </dgm:pt>
    <dgm:pt modelId="{AA882239-A8A1-40E6-B88E-88A8890D9182}" type="pres">
      <dgm:prSet presAssocID="{4716EAC5-486F-4BE0-A091-69934C40B61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8BB418F-D904-4A7B-9C9C-3A79B3635227}" type="pres">
      <dgm:prSet presAssocID="{E183B9DA-A4AA-4C70-86F7-A63D461B799A}" presName="spacer" presStyleCnt="0"/>
      <dgm:spPr/>
    </dgm:pt>
    <dgm:pt modelId="{27890A35-E630-4E6B-B1E2-66FEDA7C9423}" type="pres">
      <dgm:prSet presAssocID="{59767DD5-3330-457B-856C-014604EFD8C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849BBD4-1062-4298-A445-8E57EB25CFB7}" type="pres">
      <dgm:prSet presAssocID="{649EF6D3-91A6-485F-A53B-407290867760}" presName="spacer" presStyleCnt="0"/>
      <dgm:spPr/>
    </dgm:pt>
    <dgm:pt modelId="{4ED25278-33CA-4361-80E2-66EDB4F4E5C8}" type="pres">
      <dgm:prSet presAssocID="{CC20E6B7-FB18-4AE5-9267-F74776DD86B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21E6F95-6DFD-4004-836A-CDD637AB9BE9}" type="pres">
      <dgm:prSet presAssocID="{5F5D39C3-E277-4A3B-8B0B-3976C73D8D93}" presName="spacer" presStyleCnt="0"/>
      <dgm:spPr/>
    </dgm:pt>
    <dgm:pt modelId="{D719AE85-4F96-46ED-A061-52EAB8C9B7FC}" type="pres">
      <dgm:prSet presAssocID="{C354C884-CF70-4D34-A20A-FC6FFE189E8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710D6C9-75AD-448D-BC8D-9B91189ECDEB}" type="pres">
      <dgm:prSet presAssocID="{47FF7166-BEC4-40D5-98E8-C922FF7072BE}" presName="spacer" presStyleCnt="0"/>
      <dgm:spPr/>
    </dgm:pt>
    <dgm:pt modelId="{6ECC77BF-D77A-40DC-84D6-997157028B31}" type="pres">
      <dgm:prSet presAssocID="{330FCC63-3CC3-4C0F-9417-5BB5B3578A5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F44CED03-7B6A-47C8-9915-EF4F3E80F774}" srcId="{973F3EEB-338A-42D3-8314-19EF79B8E457}" destId="{4716EAC5-486F-4BE0-A091-69934C40B615}" srcOrd="0" destOrd="0" parTransId="{1BDB9D9F-26BB-4EAD-9699-B3BEF3CE9F9E}" sibTransId="{E183B9DA-A4AA-4C70-86F7-A63D461B799A}"/>
    <dgm:cxn modelId="{B70AD91B-E33B-4512-98B7-49D3799852A6}" srcId="{973F3EEB-338A-42D3-8314-19EF79B8E457}" destId="{59767DD5-3330-457B-856C-014604EFD8CB}" srcOrd="1" destOrd="0" parTransId="{33114494-FB43-49A9-9EFF-864D9A2BA5C2}" sibTransId="{649EF6D3-91A6-485F-A53B-407290867760}"/>
    <dgm:cxn modelId="{6562A222-6455-44FB-A7DB-371D7FEF910D}" srcId="{973F3EEB-338A-42D3-8314-19EF79B8E457}" destId="{CC20E6B7-FB18-4AE5-9267-F74776DD86B9}" srcOrd="2" destOrd="0" parTransId="{217F065E-EE8E-499B-9471-6D1058BF6984}" sibTransId="{5F5D39C3-E277-4A3B-8B0B-3976C73D8D93}"/>
    <dgm:cxn modelId="{3BFBAA27-19DE-45E6-8A40-4FC69F349140}" srcId="{973F3EEB-338A-42D3-8314-19EF79B8E457}" destId="{330FCC63-3CC3-4C0F-9417-5BB5B3578A5E}" srcOrd="4" destOrd="0" parTransId="{0511A390-E9DF-4E5B-A776-8583DEF4CC82}" sibTransId="{4BD062F8-AAA2-4275-8440-3A8A55D46C9C}"/>
    <dgm:cxn modelId="{6CCF323B-2EFD-445D-A4D2-AF198514B0F7}" srcId="{973F3EEB-338A-42D3-8314-19EF79B8E457}" destId="{C354C884-CF70-4D34-A20A-FC6FFE189E84}" srcOrd="3" destOrd="0" parTransId="{DC1431FE-388A-4445-B965-C9D3D78CCAAE}" sibTransId="{47FF7166-BEC4-40D5-98E8-C922FF7072BE}"/>
    <dgm:cxn modelId="{B2CE2347-E6CF-4124-B9E7-041A27E822E7}" type="presOf" srcId="{4716EAC5-486F-4BE0-A091-69934C40B615}" destId="{AA882239-A8A1-40E6-B88E-88A8890D9182}" srcOrd="0" destOrd="0" presId="urn:microsoft.com/office/officeart/2005/8/layout/vList2"/>
    <dgm:cxn modelId="{DBFE6A57-1C21-41D6-883F-0623BE93E012}" type="presOf" srcId="{CC20E6B7-FB18-4AE5-9267-F74776DD86B9}" destId="{4ED25278-33CA-4361-80E2-66EDB4F4E5C8}" srcOrd="0" destOrd="0" presId="urn:microsoft.com/office/officeart/2005/8/layout/vList2"/>
    <dgm:cxn modelId="{671EE385-34E1-4D35-9CBC-78BE547392AE}" type="presOf" srcId="{59767DD5-3330-457B-856C-014604EFD8CB}" destId="{27890A35-E630-4E6B-B1E2-66FEDA7C9423}" srcOrd="0" destOrd="0" presId="urn:microsoft.com/office/officeart/2005/8/layout/vList2"/>
    <dgm:cxn modelId="{F016CBF5-4C7F-400F-9EF5-B845D4CAE475}" type="presOf" srcId="{C354C884-CF70-4D34-A20A-FC6FFE189E84}" destId="{D719AE85-4F96-46ED-A061-52EAB8C9B7FC}" srcOrd="0" destOrd="0" presId="urn:microsoft.com/office/officeart/2005/8/layout/vList2"/>
    <dgm:cxn modelId="{26506FF7-42A0-40D4-BBCD-9AB53D734280}" type="presOf" srcId="{973F3EEB-338A-42D3-8314-19EF79B8E457}" destId="{78E2F211-7DFE-45A0-9404-98074DB4EC7A}" srcOrd="0" destOrd="0" presId="urn:microsoft.com/office/officeart/2005/8/layout/vList2"/>
    <dgm:cxn modelId="{01A115FE-FED2-4341-B52E-2B4460551D43}" type="presOf" srcId="{330FCC63-3CC3-4C0F-9417-5BB5B3578A5E}" destId="{6ECC77BF-D77A-40DC-84D6-997157028B31}" srcOrd="0" destOrd="0" presId="urn:microsoft.com/office/officeart/2005/8/layout/vList2"/>
    <dgm:cxn modelId="{2BDB7786-953C-4D97-B0D9-B86E63769EBB}" type="presParOf" srcId="{78E2F211-7DFE-45A0-9404-98074DB4EC7A}" destId="{AA882239-A8A1-40E6-B88E-88A8890D9182}" srcOrd="0" destOrd="0" presId="urn:microsoft.com/office/officeart/2005/8/layout/vList2"/>
    <dgm:cxn modelId="{9C740157-5B89-4344-A8ED-A30B039A8ABD}" type="presParOf" srcId="{78E2F211-7DFE-45A0-9404-98074DB4EC7A}" destId="{58BB418F-D904-4A7B-9C9C-3A79B3635227}" srcOrd="1" destOrd="0" presId="urn:microsoft.com/office/officeart/2005/8/layout/vList2"/>
    <dgm:cxn modelId="{D535ABC9-602C-4B58-8022-CEFA7CE393AE}" type="presParOf" srcId="{78E2F211-7DFE-45A0-9404-98074DB4EC7A}" destId="{27890A35-E630-4E6B-B1E2-66FEDA7C9423}" srcOrd="2" destOrd="0" presId="urn:microsoft.com/office/officeart/2005/8/layout/vList2"/>
    <dgm:cxn modelId="{1564ACD2-C607-4175-8CC3-9D4EAC44C09F}" type="presParOf" srcId="{78E2F211-7DFE-45A0-9404-98074DB4EC7A}" destId="{D849BBD4-1062-4298-A445-8E57EB25CFB7}" srcOrd="3" destOrd="0" presId="urn:microsoft.com/office/officeart/2005/8/layout/vList2"/>
    <dgm:cxn modelId="{FFC63CA0-AD91-423B-8C45-8E65572B13CA}" type="presParOf" srcId="{78E2F211-7DFE-45A0-9404-98074DB4EC7A}" destId="{4ED25278-33CA-4361-80E2-66EDB4F4E5C8}" srcOrd="4" destOrd="0" presId="urn:microsoft.com/office/officeart/2005/8/layout/vList2"/>
    <dgm:cxn modelId="{EC6F8D75-FE7F-49ED-8E93-BA1DE9CDB794}" type="presParOf" srcId="{78E2F211-7DFE-45A0-9404-98074DB4EC7A}" destId="{521E6F95-6DFD-4004-836A-CDD637AB9BE9}" srcOrd="5" destOrd="0" presId="urn:microsoft.com/office/officeart/2005/8/layout/vList2"/>
    <dgm:cxn modelId="{F650A089-30F9-446E-A6A4-3E9375F11396}" type="presParOf" srcId="{78E2F211-7DFE-45A0-9404-98074DB4EC7A}" destId="{D719AE85-4F96-46ED-A061-52EAB8C9B7FC}" srcOrd="6" destOrd="0" presId="urn:microsoft.com/office/officeart/2005/8/layout/vList2"/>
    <dgm:cxn modelId="{470D46D2-3F21-474A-8B45-AC60AF930EEA}" type="presParOf" srcId="{78E2F211-7DFE-45A0-9404-98074DB4EC7A}" destId="{8710D6C9-75AD-448D-BC8D-9B91189ECDEB}" srcOrd="7" destOrd="0" presId="urn:microsoft.com/office/officeart/2005/8/layout/vList2"/>
    <dgm:cxn modelId="{38FEB3BA-865B-4F4C-8D02-50BC7A8E6030}" type="presParOf" srcId="{78E2F211-7DFE-45A0-9404-98074DB4EC7A}" destId="{6ECC77BF-D77A-40DC-84D6-997157028B31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C9EBBBF-599A-461D-81E1-6D4AE6DF578A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19A9724F-ACBD-45F6-A227-DF80701CB66F}">
      <dgm:prSet/>
      <dgm:spPr/>
      <dgm:t>
        <a:bodyPr/>
        <a:lstStyle/>
        <a:p>
          <a:pPr>
            <a:defRPr cap="all"/>
          </a:pPr>
          <a:r>
            <a:rPr lang="en-US"/>
            <a:t>Fully managed API service</a:t>
          </a:r>
        </a:p>
      </dgm:t>
    </dgm:pt>
    <dgm:pt modelId="{15FD4B65-437E-41C7-833C-7DE1E1479659}" type="parTrans" cxnId="{070178FD-FD6C-4343-B43C-464F28D294D8}">
      <dgm:prSet/>
      <dgm:spPr/>
      <dgm:t>
        <a:bodyPr/>
        <a:lstStyle/>
        <a:p>
          <a:endParaRPr lang="en-US"/>
        </a:p>
      </dgm:t>
    </dgm:pt>
    <dgm:pt modelId="{5C151A5F-98FA-48CC-8A47-FA1E187B1A1A}" type="sibTrans" cxnId="{070178FD-FD6C-4343-B43C-464F28D294D8}">
      <dgm:prSet/>
      <dgm:spPr/>
      <dgm:t>
        <a:bodyPr/>
        <a:lstStyle/>
        <a:p>
          <a:endParaRPr lang="en-US"/>
        </a:p>
      </dgm:t>
    </dgm:pt>
    <dgm:pt modelId="{7450DC57-DAA9-4CF8-ABDE-AF7C04B7A933}">
      <dgm:prSet/>
      <dgm:spPr/>
      <dgm:t>
        <a:bodyPr/>
        <a:lstStyle/>
        <a:p>
          <a:pPr>
            <a:defRPr cap="all"/>
          </a:pPr>
          <a:r>
            <a:rPr lang="en-US"/>
            <a:t>Secure and scalable</a:t>
          </a:r>
        </a:p>
      </dgm:t>
    </dgm:pt>
    <dgm:pt modelId="{F74D814C-AB13-4CBB-AE26-DF20B3097513}" type="parTrans" cxnId="{7742A516-D8BF-4D27-B01E-2E05525C920D}">
      <dgm:prSet/>
      <dgm:spPr/>
      <dgm:t>
        <a:bodyPr/>
        <a:lstStyle/>
        <a:p>
          <a:endParaRPr lang="en-US"/>
        </a:p>
      </dgm:t>
    </dgm:pt>
    <dgm:pt modelId="{3BD2BE38-ED46-4F2F-B66C-FB70B9DE024C}" type="sibTrans" cxnId="{7742A516-D8BF-4D27-B01E-2E05525C920D}">
      <dgm:prSet/>
      <dgm:spPr/>
      <dgm:t>
        <a:bodyPr/>
        <a:lstStyle/>
        <a:p>
          <a:endParaRPr lang="en-US"/>
        </a:p>
      </dgm:t>
    </dgm:pt>
    <dgm:pt modelId="{5EAF02B7-4242-442A-BCBE-91FA080C054B}">
      <dgm:prSet/>
      <dgm:spPr/>
      <dgm:t>
        <a:bodyPr/>
        <a:lstStyle/>
        <a:p>
          <a:pPr>
            <a:defRPr cap="all"/>
          </a:pPr>
          <a:r>
            <a:rPr lang="en-US"/>
            <a:t>Supports serverless architectures</a:t>
          </a:r>
        </a:p>
      </dgm:t>
    </dgm:pt>
    <dgm:pt modelId="{CED12095-A708-48F2-9549-6684002D4888}" type="parTrans" cxnId="{24E46A98-00E8-4DF8-BE23-2A4FEAA688E0}">
      <dgm:prSet/>
      <dgm:spPr/>
      <dgm:t>
        <a:bodyPr/>
        <a:lstStyle/>
        <a:p>
          <a:endParaRPr lang="en-US"/>
        </a:p>
      </dgm:t>
    </dgm:pt>
    <dgm:pt modelId="{17CBB520-4588-4CD0-99F1-746451258942}" type="sibTrans" cxnId="{24E46A98-00E8-4DF8-BE23-2A4FEAA688E0}">
      <dgm:prSet/>
      <dgm:spPr/>
      <dgm:t>
        <a:bodyPr/>
        <a:lstStyle/>
        <a:p>
          <a:endParaRPr lang="en-US"/>
        </a:p>
      </dgm:t>
    </dgm:pt>
    <dgm:pt modelId="{88674150-55C6-42D3-918E-B1032641A4B4}">
      <dgm:prSet/>
      <dgm:spPr/>
      <dgm:t>
        <a:bodyPr/>
        <a:lstStyle/>
        <a:p>
          <a:pPr>
            <a:defRPr cap="all"/>
          </a:pPr>
          <a:r>
            <a:rPr lang="en-US"/>
            <a:t>Easy to integrate with Lambda</a:t>
          </a:r>
        </a:p>
      </dgm:t>
    </dgm:pt>
    <dgm:pt modelId="{E32F9A95-94BA-4C52-92F6-414DB56B79E1}" type="parTrans" cxnId="{751842EB-DEC9-41E9-8693-EA2CEA5E97B0}">
      <dgm:prSet/>
      <dgm:spPr/>
      <dgm:t>
        <a:bodyPr/>
        <a:lstStyle/>
        <a:p>
          <a:endParaRPr lang="en-US"/>
        </a:p>
      </dgm:t>
    </dgm:pt>
    <dgm:pt modelId="{8B1A9635-56E6-4B8F-A772-C4A6AF52985C}" type="sibTrans" cxnId="{751842EB-DEC9-41E9-8693-EA2CEA5E97B0}">
      <dgm:prSet/>
      <dgm:spPr/>
      <dgm:t>
        <a:bodyPr/>
        <a:lstStyle/>
        <a:p>
          <a:endParaRPr lang="en-US"/>
        </a:p>
      </dgm:t>
    </dgm:pt>
    <dgm:pt modelId="{6FD1BC53-55EB-49A0-9295-C9629F18BFDB}">
      <dgm:prSet/>
      <dgm:spPr/>
      <dgm:t>
        <a:bodyPr/>
        <a:lstStyle/>
        <a:p>
          <a:pPr>
            <a:defRPr cap="all"/>
          </a:pPr>
          <a:r>
            <a:rPr lang="en-US"/>
            <a:t>Useful for web, mobile, and microservices applications</a:t>
          </a:r>
        </a:p>
      </dgm:t>
    </dgm:pt>
    <dgm:pt modelId="{E945786D-3F49-4F6A-998C-E139B9A93E81}" type="parTrans" cxnId="{8E3692B8-4C00-4617-86A3-51C5830967FD}">
      <dgm:prSet/>
      <dgm:spPr/>
      <dgm:t>
        <a:bodyPr/>
        <a:lstStyle/>
        <a:p>
          <a:endParaRPr lang="en-US"/>
        </a:p>
      </dgm:t>
    </dgm:pt>
    <dgm:pt modelId="{81A85D2E-DFCA-497B-A040-6C28268F403A}" type="sibTrans" cxnId="{8E3692B8-4C00-4617-86A3-51C5830967FD}">
      <dgm:prSet/>
      <dgm:spPr/>
      <dgm:t>
        <a:bodyPr/>
        <a:lstStyle/>
        <a:p>
          <a:endParaRPr lang="en-US"/>
        </a:p>
      </dgm:t>
    </dgm:pt>
    <dgm:pt modelId="{614F88A2-3197-4999-AF7F-AA57A1D0EE3C}" type="pres">
      <dgm:prSet presAssocID="{6C9EBBBF-599A-461D-81E1-6D4AE6DF578A}" presName="root" presStyleCnt="0">
        <dgm:presLayoutVars>
          <dgm:dir/>
          <dgm:resizeHandles val="exact"/>
        </dgm:presLayoutVars>
      </dgm:prSet>
      <dgm:spPr/>
    </dgm:pt>
    <dgm:pt modelId="{93055045-77C9-415C-93B4-971EBC6EEEC9}" type="pres">
      <dgm:prSet presAssocID="{19A9724F-ACBD-45F6-A227-DF80701CB66F}" presName="compNode" presStyleCnt="0"/>
      <dgm:spPr/>
    </dgm:pt>
    <dgm:pt modelId="{1E325314-28AB-4136-85FD-46E2B90DD6D5}" type="pres">
      <dgm:prSet presAssocID="{19A9724F-ACBD-45F6-A227-DF80701CB66F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CAA04B5F-7F3C-4DF2-9098-6DAF1BAEF425}" type="pres">
      <dgm:prSet presAssocID="{19A9724F-ACBD-45F6-A227-DF80701CB66F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572A7CB-EF37-4BEC-9994-B0761478B7BD}" type="pres">
      <dgm:prSet presAssocID="{19A9724F-ACBD-45F6-A227-DF80701CB66F}" presName="spaceRect" presStyleCnt="0"/>
      <dgm:spPr/>
    </dgm:pt>
    <dgm:pt modelId="{2FE10DD7-610D-4751-BDB1-76A9978E8405}" type="pres">
      <dgm:prSet presAssocID="{19A9724F-ACBD-45F6-A227-DF80701CB66F}" presName="textRect" presStyleLbl="revTx" presStyleIdx="0" presStyleCnt="5">
        <dgm:presLayoutVars>
          <dgm:chMax val="1"/>
          <dgm:chPref val="1"/>
        </dgm:presLayoutVars>
      </dgm:prSet>
      <dgm:spPr/>
    </dgm:pt>
    <dgm:pt modelId="{32CC5CC3-91B0-45F4-824C-4696FB07FE8B}" type="pres">
      <dgm:prSet presAssocID="{5C151A5F-98FA-48CC-8A47-FA1E187B1A1A}" presName="sibTrans" presStyleCnt="0"/>
      <dgm:spPr/>
    </dgm:pt>
    <dgm:pt modelId="{4D2719BE-6DAF-492B-9C20-B824A887C563}" type="pres">
      <dgm:prSet presAssocID="{7450DC57-DAA9-4CF8-ABDE-AF7C04B7A933}" presName="compNode" presStyleCnt="0"/>
      <dgm:spPr/>
    </dgm:pt>
    <dgm:pt modelId="{A661DE8E-5764-4D8B-BB28-D828329C000E}" type="pres">
      <dgm:prSet presAssocID="{7450DC57-DAA9-4CF8-ABDE-AF7C04B7A933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C82EFDA9-A1C3-4533-8F69-7FC29A30202C}" type="pres">
      <dgm:prSet presAssocID="{7450DC57-DAA9-4CF8-ABDE-AF7C04B7A933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61D45806-8827-4A5C-B853-7FF345746348}" type="pres">
      <dgm:prSet presAssocID="{7450DC57-DAA9-4CF8-ABDE-AF7C04B7A933}" presName="spaceRect" presStyleCnt="0"/>
      <dgm:spPr/>
    </dgm:pt>
    <dgm:pt modelId="{C2CE9401-FD68-484F-87C7-25EDECDD4876}" type="pres">
      <dgm:prSet presAssocID="{7450DC57-DAA9-4CF8-ABDE-AF7C04B7A933}" presName="textRect" presStyleLbl="revTx" presStyleIdx="1" presStyleCnt="5">
        <dgm:presLayoutVars>
          <dgm:chMax val="1"/>
          <dgm:chPref val="1"/>
        </dgm:presLayoutVars>
      </dgm:prSet>
      <dgm:spPr/>
    </dgm:pt>
    <dgm:pt modelId="{545CF847-F0A9-4EE3-B3BA-FD38D849F0BF}" type="pres">
      <dgm:prSet presAssocID="{3BD2BE38-ED46-4F2F-B66C-FB70B9DE024C}" presName="sibTrans" presStyleCnt="0"/>
      <dgm:spPr/>
    </dgm:pt>
    <dgm:pt modelId="{8F991F43-DA08-4497-8F85-384CA42D877D}" type="pres">
      <dgm:prSet presAssocID="{5EAF02B7-4242-442A-BCBE-91FA080C054B}" presName="compNode" presStyleCnt="0"/>
      <dgm:spPr/>
    </dgm:pt>
    <dgm:pt modelId="{EBF03824-4DD5-4C9B-9F55-9CB0997D341E}" type="pres">
      <dgm:prSet presAssocID="{5EAF02B7-4242-442A-BCBE-91FA080C054B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49100054-00D8-43C7-9CDD-0D4D7A155A4F}" type="pres">
      <dgm:prSet presAssocID="{5EAF02B7-4242-442A-BCBE-91FA080C054B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B2C86507-5F60-48FE-A525-E89B842D158A}" type="pres">
      <dgm:prSet presAssocID="{5EAF02B7-4242-442A-BCBE-91FA080C054B}" presName="spaceRect" presStyleCnt="0"/>
      <dgm:spPr/>
    </dgm:pt>
    <dgm:pt modelId="{70F04B9E-5A96-4F18-A989-9F2AB03526A6}" type="pres">
      <dgm:prSet presAssocID="{5EAF02B7-4242-442A-BCBE-91FA080C054B}" presName="textRect" presStyleLbl="revTx" presStyleIdx="2" presStyleCnt="5">
        <dgm:presLayoutVars>
          <dgm:chMax val="1"/>
          <dgm:chPref val="1"/>
        </dgm:presLayoutVars>
      </dgm:prSet>
      <dgm:spPr/>
    </dgm:pt>
    <dgm:pt modelId="{E2C1B3AB-4BBC-4A36-899E-1F16818F1840}" type="pres">
      <dgm:prSet presAssocID="{17CBB520-4588-4CD0-99F1-746451258942}" presName="sibTrans" presStyleCnt="0"/>
      <dgm:spPr/>
    </dgm:pt>
    <dgm:pt modelId="{467BD3E8-6DD6-4B3E-9D3D-9D0537A2A608}" type="pres">
      <dgm:prSet presAssocID="{88674150-55C6-42D3-918E-B1032641A4B4}" presName="compNode" presStyleCnt="0"/>
      <dgm:spPr/>
    </dgm:pt>
    <dgm:pt modelId="{9E17AAAA-4E7F-4596-9468-606322378059}" type="pres">
      <dgm:prSet presAssocID="{88674150-55C6-42D3-918E-B1032641A4B4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CD63CF04-149B-4DA3-B0C5-111F24626A27}" type="pres">
      <dgm:prSet presAssocID="{88674150-55C6-42D3-918E-B1032641A4B4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D04D559-D647-4FB7-A7AA-9B2551A9476A}" type="pres">
      <dgm:prSet presAssocID="{88674150-55C6-42D3-918E-B1032641A4B4}" presName="spaceRect" presStyleCnt="0"/>
      <dgm:spPr/>
    </dgm:pt>
    <dgm:pt modelId="{8C3B349A-BA43-42D7-A756-3F338F01E7B6}" type="pres">
      <dgm:prSet presAssocID="{88674150-55C6-42D3-918E-B1032641A4B4}" presName="textRect" presStyleLbl="revTx" presStyleIdx="3" presStyleCnt="5">
        <dgm:presLayoutVars>
          <dgm:chMax val="1"/>
          <dgm:chPref val="1"/>
        </dgm:presLayoutVars>
      </dgm:prSet>
      <dgm:spPr/>
    </dgm:pt>
    <dgm:pt modelId="{A94D0C46-9A8F-40AB-984F-503CE4497981}" type="pres">
      <dgm:prSet presAssocID="{8B1A9635-56E6-4B8F-A772-C4A6AF52985C}" presName="sibTrans" presStyleCnt="0"/>
      <dgm:spPr/>
    </dgm:pt>
    <dgm:pt modelId="{ED95F9E6-7CB9-4E70-9DE1-29E1C191574E}" type="pres">
      <dgm:prSet presAssocID="{6FD1BC53-55EB-49A0-9295-C9629F18BFDB}" presName="compNode" presStyleCnt="0"/>
      <dgm:spPr/>
    </dgm:pt>
    <dgm:pt modelId="{17694161-3DC6-4E2F-A464-E8F47CE9C511}" type="pres">
      <dgm:prSet presAssocID="{6FD1BC53-55EB-49A0-9295-C9629F18BFDB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347C090F-4F91-43BD-82FB-2C2FBC171049}" type="pres">
      <dgm:prSet presAssocID="{6FD1BC53-55EB-49A0-9295-C9629F18BFDB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B61F0A47-089D-4F68-8EE1-5016BA675513}" type="pres">
      <dgm:prSet presAssocID="{6FD1BC53-55EB-49A0-9295-C9629F18BFDB}" presName="spaceRect" presStyleCnt="0"/>
      <dgm:spPr/>
    </dgm:pt>
    <dgm:pt modelId="{4D74F96C-843D-4BCE-B552-B7AEF786DA6D}" type="pres">
      <dgm:prSet presAssocID="{6FD1BC53-55EB-49A0-9295-C9629F18BFDB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742A516-D8BF-4D27-B01E-2E05525C920D}" srcId="{6C9EBBBF-599A-461D-81E1-6D4AE6DF578A}" destId="{7450DC57-DAA9-4CF8-ABDE-AF7C04B7A933}" srcOrd="1" destOrd="0" parTransId="{F74D814C-AB13-4CBB-AE26-DF20B3097513}" sibTransId="{3BD2BE38-ED46-4F2F-B66C-FB70B9DE024C}"/>
    <dgm:cxn modelId="{39AED937-989E-4215-B4E5-BBF9166E44D9}" type="presOf" srcId="{5EAF02B7-4242-442A-BCBE-91FA080C054B}" destId="{70F04B9E-5A96-4F18-A989-9F2AB03526A6}" srcOrd="0" destOrd="0" presId="urn:microsoft.com/office/officeart/2018/5/layout/IconLeafLabelList"/>
    <dgm:cxn modelId="{28F0FF3A-9FB7-40B3-A56A-14FC033B03F4}" type="presOf" srcId="{88674150-55C6-42D3-918E-B1032641A4B4}" destId="{8C3B349A-BA43-42D7-A756-3F338F01E7B6}" srcOrd="0" destOrd="0" presId="urn:microsoft.com/office/officeart/2018/5/layout/IconLeafLabelList"/>
    <dgm:cxn modelId="{9F137C6E-D9D0-4BD2-AF57-D6123894DDF2}" type="presOf" srcId="{6C9EBBBF-599A-461D-81E1-6D4AE6DF578A}" destId="{614F88A2-3197-4999-AF7F-AA57A1D0EE3C}" srcOrd="0" destOrd="0" presId="urn:microsoft.com/office/officeart/2018/5/layout/IconLeafLabelList"/>
    <dgm:cxn modelId="{E69F3074-C7B4-459D-8030-B35079F957C9}" type="presOf" srcId="{7450DC57-DAA9-4CF8-ABDE-AF7C04B7A933}" destId="{C2CE9401-FD68-484F-87C7-25EDECDD4876}" srcOrd="0" destOrd="0" presId="urn:microsoft.com/office/officeart/2018/5/layout/IconLeafLabelList"/>
    <dgm:cxn modelId="{4425FE8F-0AFD-4D21-A2A8-AD6488FAE64E}" type="presOf" srcId="{6FD1BC53-55EB-49A0-9295-C9629F18BFDB}" destId="{4D74F96C-843D-4BCE-B552-B7AEF786DA6D}" srcOrd="0" destOrd="0" presId="urn:microsoft.com/office/officeart/2018/5/layout/IconLeafLabelList"/>
    <dgm:cxn modelId="{24E46A98-00E8-4DF8-BE23-2A4FEAA688E0}" srcId="{6C9EBBBF-599A-461D-81E1-6D4AE6DF578A}" destId="{5EAF02B7-4242-442A-BCBE-91FA080C054B}" srcOrd="2" destOrd="0" parTransId="{CED12095-A708-48F2-9549-6684002D4888}" sibTransId="{17CBB520-4588-4CD0-99F1-746451258942}"/>
    <dgm:cxn modelId="{8E3692B8-4C00-4617-86A3-51C5830967FD}" srcId="{6C9EBBBF-599A-461D-81E1-6D4AE6DF578A}" destId="{6FD1BC53-55EB-49A0-9295-C9629F18BFDB}" srcOrd="4" destOrd="0" parTransId="{E945786D-3F49-4F6A-998C-E139B9A93E81}" sibTransId="{81A85D2E-DFCA-497B-A040-6C28268F403A}"/>
    <dgm:cxn modelId="{B5B2E4CA-304A-4B2F-96A4-15C4578901AD}" type="presOf" srcId="{19A9724F-ACBD-45F6-A227-DF80701CB66F}" destId="{2FE10DD7-610D-4751-BDB1-76A9978E8405}" srcOrd="0" destOrd="0" presId="urn:microsoft.com/office/officeart/2018/5/layout/IconLeafLabelList"/>
    <dgm:cxn modelId="{751842EB-DEC9-41E9-8693-EA2CEA5E97B0}" srcId="{6C9EBBBF-599A-461D-81E1-6D4AE6DF578A}" destId="{88674150-55C6-42D3-918E-B1032641A4B4}" srcOrd="3" destOrd="0" parTransId="{E32F9A95-94BA-4C52-92F6-414DB56B79E1}" sibTransId="{8B1A9635-56E6-4B8F-A772-C4A6AF52985C}"/>
    <dgm:cxn modelId="{070178FD-FD6C-4343-B43C-464F28D294D8}" srcId="{6C9EBBBF-599A-461D-81E1-6D4AE6DF578A}" destId="{19A9724F-ACBD-45F6-A227-DF80701CB66F}" srcOrd="0" destOrd="0" parTransId="{15FD4B65-437E-41C7-833C-7DE1E1479659}" sibTransId="{5C151A5F-98FA-48CC-8A47-FA1E187B1A1A}"/>
    <dgm:cxn modelId="{6C2827A3-FC0A-4E7F-9F31-9E260CC02449}" type="presParOf" srcId="{614F88A2-3197-4999-AF7F-AA57A1D0EE3C}" destId="{93055045-77C9-415C-93B4-971EBC6EEEC9}" srcOrd="0" destOrd="0" presId="urn:microsoft.com/office/officeart/2018/5/layout/IconLeafLabelList"/>
    <dgm:cxn modelId="{A0D1DD32-7AFF-4E21-B1FA-1283F23AE77F}" type="presParOf" srcId="{93055045-77C9-415C-93B4-971EBC6EEEC9}" destId="{1E325314-28AB-4136-85FD-46E2B90DD6D5}" srcOrd="0" destOrd="0" presId="urn:microsoft.com/office/officeart/2018/5/layout/IconLeafLabelList"/>
    <dgm:cxn modelId="{5A86330A-6FEC-4D2C-BCBA-1BA3FFDD9A40}" type="presParOf" srcId="{93055045-77C9-415C-93B4-971EBC6EEEC9}" destId="{CAA04B5F-7F3C-4DF2-9098-6DAF1BAEF425}" srcOrd="1" destOrd="0" presId="urn:microsoft.com/office/officeart/2018/5/layout/IconLeafLabelList"/>
    <dgm:cxn modelId="{B4D3A71E-154A-4C10-85AB-24FC57F1E3AC}" type="presParOf" srcId="{93055045-77C9-415C-93B4-971EBC6EEEC9}" destId="{2572A7CB-EF37-4BEC-9994-B0761478B7BD}" srcOrd="2" destOrd="0" presId="urn:microsoft.com/office/officeart/2018/5/layout/IconLeafLabelList"/>
    <dgm:cxn modelId="{4C0951A4-C0A3-48C2-87D5-1233C73E95BC}" type="presParOf" srcId="{93055045-77C9-415C-93B4-971EBC6EEEC9}" destId="{2FE10DD7-610D-4751-BDB1-76A9978E8405}" srcOrd="3" destOrd="0" presId="urn:microsoft.com/office/officeart/2018/5/layout/IconLeafLabelList"/>
    <dgm:cxn modelId="{DAEC81E3-6D37-4DBB-83FF-BD7F82E7479D}" type="presParOf" srcId="{614F88A2-3197-4999-AF7F-AA57A1D0EE3C}" destId="{32CC5CC3-91B0-45F4-824C-4696FB07FE8B}" srcOrd="1" destOrd="0" presId="urn:microsoft.com/office/officeart/2018/5/layout/IconLeafLabelList"/>
    <dgm:cxn modelId="{BC9C3247-6408-4D55-88F5-6FF90E3BDF0B}" type="presParOf" srcId="{614F88A2-3197-4999-AF7F-AA57A1D0EE3C}" destId="{4D2719BE-6DAF-492B-9C20-B824A887C563}" srcOrd="2" destOrd="0" presId="urn:microsoft.com/office/officeart/2018/5/layout/IconLeafLabelList"/>
    <dgm:cxn modelId="{4C98F439-9EA5-4DA4-A06E-1F49DEC0105A}" type="presParOf" srcId="{4D2719BE-6DAF-492B-9C20-B824A887C563}" destId="{A661DE8E-5764-4D8B-BB28-D828329C000E}" srcOrd="0" destOrd="0" presId="urn:microsoft.com/office/officeart/2018/5/layout/IconLeafLabelList"/>
    <dgm:cxn modelId="{8491A038-89FD-4A2C-8D5A-32CA131618D0}" type="presParOf" srcId="{4D2719BE-6DAF-492B-9C20-B824A887C563}" destId="{C82EFDA9-A1C3-4533-8F69-7FC29A30202C}" srcOrd="1" destOrd="0" presId="urn:microsoft.com/office/officeart/2018/5/layout/IconLeafLabelList"/>
    <dgm:cxn modelId="{C545E40E-37A4-43BE-AF5C-1D18F583951C}" type="presParOf" srcId="{4D2719BE-6DAF-492B-9C20-B824A887C563}" destId="{61D45806-8827-4A5C-B853-7FF345746348}" srcOrd="2" destOrd="0" presId="urn:microsoft.com/office/officeart/2018/5/layout/IconLeafLabelList"/>
    <dgm:cxn modelId="{03BCA9FC-6689-4CE6-91A6-B329507F07F1}" type="presParOf" srcId="{4D2719BE-6DAF-492B-9C20-B824A887C563}" destId="{C2CE9401-FD68-484F-87C7-25EDECDD4876}" srcOrd="3" destOrd="0" presId="urn:microsoft.com/office/officeart/2018/5/layout/IconLeafLabelList"/>
    <dgm:cxn modelId="{CDBFA159-7354-422A-8C31-CA09CFC5C251}" type="presParOf" srcId="{614F88A2-3197-4999-AF7F-AA57A1D0EE3C}" destId="{545CF847-F0A9-4EE3-B3BA-FD38D849F0BF}" srcOrd="3" destOrd="0" presId="urn:microsoft.com/office/officeart/2018/5/layout/IconLeafLabelList"/>
    <dgm:cxn modelId="{207BC397-5DD5-4A81-9E1F-9DA6C8B08FFB}" type="presParOf" srcId="{614F88A2-3197-4999-AF7F-AA57A1D0EE3C}" destId="{8F991F43-DA08-4497-8F85-384CA42D877D}" srcOrd="4" destOrd="0" presId="urn:microsoft.com/office/officeart/2018/5/layout/IconLeafLabelList"/>
    <dgm:cxn modelId="{792F938B-3142-4366-AFF0-E1AB61DEC45E}" type="presParOf" srcId="{8F991F43-DA08-4497-8F85-384CA42D877D}" destId="{EBF03824-4DD5-4C9B-9F55-9CB0997D341E}" srcOrd="0" destOrd="0" presId="urn:microsoft.com/office/officeart/2018/5/layout/IconLeafLabelList"/>
    <dgm:cxn modelId="{38F3272E-CCA2-4A2A-8BA0-91B0689E1021}" type="presParOf" srcId="{8F991F43-DA08-4497-8F85-384CA42D877D}" destId="{49100054-00D8-43C7-9CDD-0D4D7A155A4F}" srcOrd="1" destOrd="0" presId="urn:microsoft.com/office/officeart/2018/5/layout/IconLeafLabelList"/>
    <dgm:cxn modelId="{7F40F71C-9D5C-4794-8722-8AED250B24AE}" type="presParOf" srcId="{8F991F43-DA08-4497-8F85-384CA42D877D}" destId="{B2C86507-5F60-48FE-A525-E89B842D158A}" srcOrd="2" destOrd="0" presId="urn:microsoft.com/office/officeart/2018/5/layout/IconLeafLabelList"/>
    <dgm:cxn modelId="{7D3E18BB-50FD-4B62-8887-5110D0E05902}" type="presParOf" srcId="{8F991F43-DA08-4497-8F85-384CA42D877D}" destId="{70F04B9E-5A96-4F18-A989-9F2AB03526A6}" srcOrd="3" destOrd="0" presId="urn:microsoft.com/office/officeart/2018/5/layout/IconLeafLabelList"/>
    <dgm:cxn modelId="{BE366B8E-0B16-45EC-9EAC-7A75BF5104C3}" type="presParOf" srcId="{614F88A2-3197-4999-AF7F-AA57A1D0EE3C}" destId="{E2C1B3AB-4BBC-4A36-899E-1F16818F1840}" srcOrd="5" destOrd="0" presId="urn:microsoft.com/office/officeart/2018/5/layout/IconLeafLabelList"/>
    <dgm:cxn modelId="{E94DEBDA-3629-4696-9E17-1E2F3F57758C}" type="presParOf" srcId="{614F88A2-3197-4999-AF7F-AA57A1D0EE3C}" destId="{467BD3E8-6DD6-4B3E-9D3D-9D0537A2A608}" srcOrd="6" destOrd="0" presId="urn:microsoft.com/office/officeart/2018/5/layout/IconLeafLabelList"/>
    <dgm:cxn modelId="{CA5DA41D-A79C-4399-AFFA-646FFA072870}" type="presParOf" srcId="{467BD3E8-6DD6-4B3E-9D3D-9D0537A2A608}" destId="{9E17AAAA-4E7F-4596-9468-606322378059}" srcOrd="0" destOrd="0" presId="urn:microsoft.com/office/officeart/2018/5/layout/IconLeafLabelList"/>
    <dgm:cxn modelId="{FDFD6243-63C0-4C51-8061-50A16BDE26A8}" type="presParOf" srcId="{467BD3E8-6DD6-4B3E-9D3D-9D0537A2A608}" destId="{CD63CF04-149B-4DA3-B0C5-111F24626A27}" srcOrd="1" destOrd="0" presId="urn:microsoft.com/office/officeart/2018/5/layout/IconLeafLabelList"/>
    <dgm:cxn modelId="{259EEED9-B5AA-4342-AA1F-D0201943EF58}" type="presParOf" srcId="{467BD3E8-6DD6-4B3E-9D3D-9D0537A2A608}" destId="{6D04D559-D647-4FB7-A7AA-9B2551A9476A}" srcOrd="2" destOrd="0" presId="urn:microsoft.com/office/officeart/2018/5/layout/IconLeafLabelList"/>
    <dgm:cxn modelId="{44F98FDA-CCC5-402A-B2F3-B505AD5E2FB8}" type="presParOf" srcId="{467BD3E8-6DD6-4B3E-9D3D-9D0537A2A608}" destId="{8C3B349A-BA43-42D7-A756-3F338F01E7B6}" srcOrd="3" destOrd="0" presId="urn:microsoft.com/office/officeart/2018/5/layout/IconLeafLabelList"/>
    <dgm:cxn modelId="{2220B11B-C609-4F18-934C-9063C5A599BA}" type="presParOf" srcId="{614F88A2-3197-4999-AF7F-AA57A1D0EE3C}" destId="{A94D0C46-9A8F-40AB-984F-503CE4497981}" srcOrd="7" destOrd="0" presId="urn:microsoft.com/office/officeart/2018/5/layout/IconLeafLabelList"/>
    <dgm:cxn modelId="{7962E244-0135-4C61-A85D-ACD1CBBDA994}" type="presParOf" srcId="{614F88A2-3197-4999-AF7F-AA57A1D0EE3C}" destId="{ED95F9E6-7CB9-4E70-9DE1-29E1C191574E}" srcOrd="8" destOrd="0" presId="urn:microsoft.com/office/officeart/2018/5/layout/IconLeafLabelList"/>
    <dgm:cxn modelId="{5FA7BDF9-6B30-402B-B999-0ABA456565E3}" type="presParOf" srcId="{ED95F9E6-7CB9-4E70-9DE1-29E1C191574E}" destId="{17694161-3DC6-4E2F-A464-E8F47CE9C511}" srcOrd="0" destOrd="0" presId="urn:microsoft.com/office/officeart/2018/5/layout/IconLeafLabelList"/>
    <dgm:cxn modelId="{B2DB7E8E-170C-49C8-964B-D5BB5878C25A}" type="presParOf" srcId="{ED95F9E6-7CB9-4E70-9DE1-29E1C191574E}" destId="{347C090F-4F91-43BD-82FB-2C2FBC171049}" srcOrd="1" destOrd="0" presId="urn:microsoft.com/office/officeart/2018/5/layout/IconLeafLabelList"/>
    <dgm:cxn modelId="{EB2EFC8E-9D0A-47ED-82D7-A595E39D4047}" type="presParOf" srcId="{ED95F9E6-7CB9-4E70-9DE1-29E1C191574E}" destId="{B61F0A47-089D-4F68-8EE1-5016BA675513}" srcOrd="2" destOrd="0" presId="urn:microsoft.com/office/officeart/2018/5/layout/IconLeafLabelList"/>
    <dgm:cxn modelId="{D933F336-D35A-434C-9CD7-885033C8DE66}" type="presParOf" srcId="{ED95F9E6-7CB9-4E70-9DE1-29E1C191574E}" destId="{4D74F96C-843D-4BCE-B552-B7AEF786DA6D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D747820-18DD-45BB-A082-FE48410564BE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23F25D6-41D7-4816-A5FC-E7A908EE9A9A}">
      <dgm:prSet/>
      <dgm:spPr/>
      <dgm:t>
        <a:bodyPr/>
        <a:lstStyle/>
        <a:p>
          <a:r>
            <a:rPr lang="en-US"/>
            <a:t>Amazon API Gateway simplifies API creation and management in AWS</a:t>
          </a:r>
        </a:p>
      </dgm:t>
    </dgm:pt>
    <dgm:pt modelId="{C0954424-5845-463C-A789-37E9D9B052D6}" type="parTrans" cxnId="{8D03CC4A-A39B-40FC-BBBD-7B1F44A383F3}">
      <dgm:prSet/>
      <dgm:spPr/>
      <dgm:t>
        <a:bodyPr/>
        <a:lstStyle/>
        <a:p>
          <a:endParaRPr lang="en-US"/>
        </a:p>
      </dgm:t>
    </dgm:pt>
    <dgm:pt modelId="{D88A523B-2609-4F03-B638-247342829D40}" type="sibTrans" cxnId="{8D03CC4A-A39B-40FC-BBBD-7B1F44A383F3}">
      <dgm:prSet/>
      <dgm:spPr/>
      <dgm:t>
        <a:bodyPr/>
        <a:lstStyle/>
        <a:p>
          <a:endParaRPr lang="en-US"/>
        </a:p>
      </dgm:t>
    </dgm:pt>
    <dgm:pt modelId="{106B1421-D319-49B0-B265-2D0F6F4029A2}">
      <dgm:prSet/>
      <dgm:spPr/>
      <dgm:t>
        <a:bodyPr/>
        <a:lstStyle/>
        <a:p>
          <a:r>
            <a:rPr lang="en-US"/>
            <a:t>It securely exposes backend services to external clients</a:t>
          </a:r>
        </a:p>
      </dgm:t>
    </dgm:pt>
    <dgm:pt modelId="{CEDEA50E-6DEF-4D0E-AC5F-92203D0DD2B6}" type="parTrans" cxnId="{B83071DD-F8C4-4E4F-82DE-D151941AE3F7}">
      <dgm:prSet/>
      <dgm:spPr/>
      <dgm:t>
        <a:bodyPr/>
        <a:lstStyle/>
        <a:p>
          <a:endParaRPr lang="en-US"/>
        </a:p>
      </dgm:t>
    </dgm:pt>
    <dgm:pt modelId="{6F9184CB-2B4F-4F96-BC6E-06D91809360E}" type="sibTrans" cxnId="{B83071DD-F8C4-4E4F-82DE-D151941AE3F7}">
      <dgm:prSet/>
      <dgm:spPr/>
      <dgm:t>
        <a:bodyPr/>
        <a:lstStyle/>
        <a:p>
          <a:endParaRPr lang="en-US"/>
        </a:p>
      </dgm:t>
    </dgm:pt>
    <dgm:pt modelId="{38620B98-9C05-417A-B58A-7E9E1BCDC925}">
      <dgm:prSet/>
      <dgm:spPr/>
      <dgm:t>
        <a:bodyPr/>
        <a:lstStyle/>
        <a:p>
          <a:r>
            <a:rPr lang="en-US"/>
            <a:t>In this implementation, API Gateway successfully invoked Lambda and returned the expected response</a:t>
          </a:r>
        </a:p>
      </dgm:t>
    </dgm:pt>
    <dgm:pt modelId="{ED7A333E-D4A4-44F7-9C80-92DCD6E73AC0}" type="parTrans" cxnId="{A529685C-7186-4E12-A924-9911C5982353}">
      <dgm:prSet/>
      <dgm:spPr/>
      <dgm:t>
        <a:bodyPr/>
        <a:lstStyle/>
        <a:p>
          <a:endParaRPr lang="en-US"/>
        </a:p>
      </dgm:t>
    </dgm:pt>
    <dgm:pt modelId="{5ECC5CC7-4DC8-4433-9960-8DAA260A70E4}" type="sibTrans" cxnId="{A529685C-7186-4E12-A924-9911C5982353}">
      <dgm:prSet/>
      <dgm:spPr/>
      <dgm:t>
        <a:bodyPr/>
        <a:lstStyle/>
        <a:p>
          <a:endParaRPr lang="en-US"/>
        </a:p>
      </dgm:t>
    </dgm:pt>
    <dgm:pt modelId="{766D30E2-B13E-4AAD-9292-937EBA7FF345}" type="pres">
      <dgm:prSet presAssocID="{ED747820-18DD-45BB-A082-FE48410564BE}" presName="outerComposite" presStyleCnt="0">
        <dgm:presLayoutVars>
          <dgm:chMax val="5"/>
          <dgm:dir/>
          <dgm:resizeHandles val="exact"/>
        </dgm:presLayoutVars>
      </dgm:prSet>
      <dgm:spPr/>
    </dgm:pt>
    <dgm:pt modelId="{B78CA5DA-5FA1-494C-9911-A20F31B6AEF4}" type="pres">
      <dgm:prSet presAssocID="{ED747820-18DD-45BB-A082-FE48410564BE}" presName="dummyMaxCanvas" presStyleCnt="0">
        <dgm:presLayoutVars/>
      </dgm:prSet>
      <dgm:spPr/>
    </dgm:pt>
    <dgm:pt modelId="{44186648-CBE8-47CD-AA91-B0C463EB1040}" type="pres">
      <dgm:prSet presAssocID="{ED747820-18DD-45BB-A082-FE48410564BE}" presName="ThreeNodes_1" presStyleLbl="node1" presStyleIdx="0" presStyleCnt="3">
        <dgm:presLayoutVars>
          <dgm:bulletEnabled val="1"/>
        </dgm:presLayoutVars>
      </dgm:prSet>
      <dgm:spPr/>
    </dgm:pt>
    <dgm:pt modelId="{1AF716EC-1C3E-4B8A-8D1D-727C772177B8}" type="pres">
      <dgm:prSet presAssocID="{ED747820-18DD-45BB-A082-FE48410564BE}" presName="ThreeNodes_2" presStyleLbl="node1" presStyleIdx="1" presStyleCnt="3">
        <dgm:presLayoutVars>
          <dgm:bulletEnabled val="1"/>
        </dgm:presLayoutVars>
      </dgm:prSet>
      <dgm:spPr/>
    </dgm:pt>
    <dgm:pt modelId="{E7B045C2-8712-41C5-ABCC-D11A849ABF2F}" type="pres">
      <dgm:prSet presAssocID="{ED747820-18DD-45BB-A082-FE48410564BE}" presName="ThreeNodes_3" presStyleLbl="node1" presStyleIdx="2" presStyleCnt="3">
        <dgm:presLayoutVars>
          <dgm:bulletEnabled val="1"/>
        </dgm:presLayoutVars>
      </dgm:prSet>
      <dgm:spPr/>
    </dgm:pt>
    <dgm:pt modelId="{3F6C3055-B711-4B7A-9709-FB89E639BFBF}" type="pres">
      <dgm:prSet presAssocID="{ED747820-18DD-45BB-A082-FE48410564BE}" presName="ThreeConn_1-2" presStyleLbl="fgAccFollowNode1" presStyleIdx="0" presStyleCnt="2">
        <dgm:presLayoutVars>
          <dgm:bulletEnabled val="1"/>
        </dgm:presLayoutVars>
      </dgm:prSet>
      <dgm:spPr/>
    </dgm:pt>
    <dgm:pt modelId="{39000C51-2F39-4618-856A-35B0D1DB5F85}" type="pres">
      <dgm:prSet presAssocID="{ED747820-18DD-45BB-A082-FE48410564BE}" presName="ThreeConn_2-3" presStyleLbl="fgAccFollowNode1" presStyleIdx="1" presStyleCnt="2">
        <dgm:presLayoutVars>
          <dgm:bulletEnabled val="1"/>
        </dgm:presLayoutVars>
      </dgm:prSet>
      <dgm:spPr/>
    </dgm:pt>
    <dgm:pt modelId="{F6FEAE03-A8EA-4EA8-89A7-765F659DAAE7}" type="pres">
      <dgm:prSet presAssocID="{ED747820-18DD-45BB-A082-FE48410564BE}" presName="ThreeNodes_1_text" presStyleLbl="node1" presStyleIdx="2" presStyleCnt="3">
        <dgm:presLayoutVars>
          <dgm:bulletEnabled val="1"/>
        </dgm:presLayoutVars>
      </dgm:prSet>
      <dgm:spPr/>
    </dgm:pt>
    <dgm:pt modelId="{3F56B3B4-C7F9-4D8C-A645-18CB98BEC2FE}" type="pres">
      <dgm:prSet presAssocID="{ED747820-18DD-45BB-A082-FE48410564BE}" presName="ThreeNodes_2_text" presStyleLbl="node1" presStyleIdx="2" presStyleCnt="3">
        <dgm:presLayoutVars>
          <dgm:bulletEnabled val="1"/>
        </dgm:presLayoutVars>
      </dgm:prSet>
      <dgm:spPr/>
    </dgm:pt>
    <dgm:pt modelId="{6CD4F043-9A20-47BB-9A6D-56A07F2105D6}" type="pres">
      <dgm:prSet presAssocID="{ED747820-18DD-45BB-A082-FE48410564BE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BFCEFA24-E5D3-44FE-8436-5CF47786F7E9}" type="presOf" srcId="{38620B98-9C05-417A-B58A-7E9E1BCDC925}" destId="{6CD4F043-9A20-47BB-9A6D-56A07F2105D6}" srcOrd="1" destOrd="0" presId="urn:microsoft.com/office/officeart/2005/8/layout/vProcess5"/>
    <dgm:cxn modelId="{D9095D25-F315-4431-B7D1-5FD24A4D5B57}" type="presOf" srcId="{923F25D6-41D7-4816-A5FC-E7A908EE9A9A}" destId="{44186648-CBE8-47CD-AA91-B0C463EB1040}" srcOrd="0" destOrd="0" presId="urn:microsoft.com/office/officeart/2005/8/layout/vProcess5"/>
    <dgm:cxn modelId="{E629095C-8DFD-49E2-9D1A-EF94AEEAC821}" type="presOf" srcId="{106B1421-D319-49B0-B265-2D0F6F4029A2}" destId="{3F56B3B4-C7F9-4D8C-A645-18CB98BEC2FE}" srcOrd="1" destOrd="0" presId="urn:microsoft.com/office/officeart/2005/8/layout/vProcess5"/>
    <dgm:cxn modelId="{A529685C-7186-4E12-A924-9911C5982353}" srcId="{ED747820-18DD-45BB-A082-FE48410564BE}" destId="{38620B98-9C05-417A-B58A-7E9E1BCDC925}" srcOrd="2" destOrd="0" parTransId="{ED7A333E-D4A4-44F7-9C80-92DCD6E73AC0}" sibTransId="{5ECC5CC7-4DC8-4433-9960-8DAA260A70E4}"/>
    <dgm:cxn modelId="{8D03CC4A-A39B-40FC-BBBD-7B1F44A383F3}" srcId="{ED747820-18DD-45BB-A082-FE48410564BE}" destId="{923F25D6-41D7-4816-A5FC-E7A908EE9A9A}" srcOrd="0" destOrd="0" parTransId="{C0954424-5845-463C-A789-37E9D9B052D6}" sibTransId="{D88A523B-2609-4F03-B638-247342829D40}"/>
    <dgm:cxn modelId="{0210117C-5E17-47FD-BD31-E94789B3425B}" type="presOf" srcId="{923F25D6-41D7-4816-A5FC-E7A908EE9A9A}" destId="{F6FEAE03-A8EA-4EA8-89A7-765F659DAAE7}" srcOrd="1" destOrd="0" presId="urn:microsoft.com/office/officeart/2005/8/layout/vProcess5"/>
    <dgm:cxn modelId="{40CE4083-C5F2-4AF5-B438-5F90A2432110}" type="presOf" srcId="{38620B98-9C05-417A-B58A-7E9E1BCDC925}" destId="{E7B045C2-8712-41C5-ABCC-D11A849ABF2F}" srcOrd="0" destOrd="0" presId="urn:microsoft.com/office/officeart/2005/8/layout/vProcess5"/>
    <dgm:cxn modelId="{039284C6-5364-48F0-B3A0-6B9E31AE2792}" type="presOf" srcId="{D88A523B-2609-4F03-B638-247342829D40}" destId="{3F6C3055-B711-4B7A-9709-FB89E639BFBF}" srcOrd="0" destOrd="0" presId="urn:microsoft.com/office/officeart/2005/8/layout/vProcess5"/>
    <dgm:cxn modelId="{DE0E1CCD-6BBA-495D-A267-189B760F91F7}" type="presOf" srcId="{ED747820-18DD-45BB-A082-FE48410564BE}" destId="{766D30E2-B13E-4AAD-9292-937EBA7FF345}" srcOrd="0" destOrd="0" presId="urn:microsoft.com/office/officeart/2005/8/layout/vProcess5"/>
    <dgm:cxn modelId="{B83071DD-F8C4-4E4F-82DE-D151941AE3F7}" srcId="{ED747820-18DD-45BB-A082-FE48410564BE}" destId="{106B1421-D319-49B0-B265-2D0F6F4029A2}" srcOrd="1" destOrd="0" parTransId="{CEDEA50E-6DEF-4D0E-AC5F-92203D0DD2B6}" sibTransId="{6F9184CB-2B4F-4F96-BC6E-06D91809360E}"/>
    <dgm:cxn modelId="{170D2FE1-E7AF-4328-BF92-1BF7C25A91DB}" type="presOf" srcId="{106B1421-D319-49B0-B265-2D0F6F4029A2}" destId="{1AF716EC-1C3E-4B8A-8D1D-727C772177B8}" srcOrd="0" destOrd="0" presId="urn:microsoft.com/office/officeart/2005/8/layout/vProcess5"/>
    <dgm:cxn modelId="{763246F2-4E57-4169-B954-72B79A6DE553}" type="presOf" srcId="{6F9184CB-2B4F-4F96-BC6E-06D91809360E}" destId="{39000C51-2F39-4618-856A-35B0D1DB5F85}" srcOrd="0" destOrd="0" presId="urn:microsoft.com/office/officeart/2005/8/layout/vProcess5"/>
    <dgm:cxn modelId="{AD597587-6BC4-42AD-9379-EC5E5AB3C898}" type="presParOf" srcId="{766D30E2-B13E-4AAD-9292-937EBA7FF345}" destId="{B78CA5DA-5FA1-494C-9911-A20F31B6AEF4}" srcOrd="0" destOrd="0" presId="urn:microsoft.com/office/officeart/2005/8/layout/vProcess5"/>
    <dgm:cxn modelId="{D168EACA-8358-4546-A5C8-F6309F914E9F}" type="presParOf" srcId="{766D30E2-B13E-4AAD-9292-937EBA7FF345}" destId="{44186648-CBE8-47CD-AA91-B0C463EB1040}" srcOrd="1" destOrd="0" presId="urn:microsoft.com/office/officeart/2005/8/layout/vProcess5"/>
    <dgm:cxn modelId="{8B7BE3CC-AFA4-44CF-8216-012D3024FA89}" type="presParOf" srcId="{766D30E2-B13E-4AAD-9292-937EBA7FF345}" destId="{1AF716EC-1C3E-4B8A-8D1D-727C772177B8}" srcOrd="2" destOrd="0" presId="urn:microsoft.com/office/officeart/2005/8/layout/vProcess5"/>
    <dgm:cxn modelId="{27DA9381-032F-4B09-ADA4-937323362283}" type="presParOf" srcId="{766D30E2-B13E-4AAD-9292-937EBA7FF345}" destId="{E7B045C2-8712-41C5-ABCC-D11A849ABF2F}" srcOrd="3" destOrd="0" presId="urn:microsoft.com/office/officeart/2005/8/layout/vProcess5"/>
    <dgm:cxn modelId="{EBEE45F7-0728-4418-AA0A-C6AD0102F149}" type="presParOf" srcId="{766D30E2-B13E-4AAD-9292-937EBA7FF345}" destId="{3F6C3055-B711-4B7A-9709-FB89E639BFBF}" srcOrd="4" destOrd="0" presId="urn:microsoft.com/office/officeart/2005/8/layout/vProcess5"/>
    <dgm:cxn modelId="{CAFB1DE6-C781-4464-9E36-B1B1EB2D4308}" type="presParOf" srcId="{766D30E2-B13E-4AAD-9292-937EBA7FF345}" destId="{39000C51-2F39-4618-856A-35B0D1DB5F85}" srcOrd="5" destOrd="0" presId="urn:microsoft.com/office/officeart/2005/8/layout/vProcess5"/>
    <dgm:cxn modelId="{C0F506E1-BAFC-450A-BE6C-A0611431E8EA}" type="presParOf" srcId="{766D30E2-B13E-4AAD-9292-937EBA7FF345}" destId="{F6FEAE03-A8EA-4EA8-89A7-765F659DAAE7}" srcOrd="6" destOrd="0" presId="urn:microsoft.com/office/officeart/2005/8/layout/vProcess5"/>
    <dgm:cxn modelId="{FA2F5DA5-6798-4CAA-892E-CFE83BDC090F}" type="presParOf" srcId="{766D30E2-B13E-4AAD-9292-937EBA7FF345}" destId="{3F56B3B4-C7F9-4D8C-A645-18CB98BEC2FE}" srcOrd="7" destOrd="0" presId="urn:microsoft.com/office/officeart/2005/8/layout/vProcess5"/>
    <dgm:cxn modelId="{626764CE-C8EA-4C35-84DA-0E2DC5163D3D}" type="presParOf" srcId="{766D30E2-B13E-4AAD-9292-937EBA7FF345}" destId="{6CD4F043-9A20-47BB-9A6D-56A07F2105D6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CA0289-C867-4A4F-A1AE-C595F1B0E624}">
      <dsp:nvSpPr>
        <dsp:cNvPr id="0" name=""/>
        <dsp:cNvSpPr/>
      </dsp:nvSpPr>
      <dsp:spPr>
        <a:xfrm>
          <a:off x="0" y="93302"/>
          <a:ext cx="8195871" cy="1113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Amazon API Gateway is a fully managed AWS service used to create, publish, secure, and monitor APIs.</a:t>
          </a:r>
        </a:p>
      </dsp:txBody>
      <dsp:txXfrm>
        <a:off x="54373" y="147675"/>
        <a:ext cx="8087125" cy="1005094"/>
      </dsp:txXfrm>
    </dsp:sp>
    <dsp:sp modelId="{0A629C24-8B71-4CE9-B342-ACE7B11D3763}">
      <dsp:nvSpPr>
        <dsp:cNvPr id="0" name=""/>
        <dsp:cNvSpPr/>
      </dsp:nvSpPr>
      <dsp:spPr>
        <a:xfrm>
          <a:off x="0" y="1287782"/>
          <a:ext cx="8195871" cy="111384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It acts as the front door for applications to access backend services.</a:t>
          </a:r>
        </a:p>
      </dsp:txBody>
      <dsp:txXfrm>
        <a:off x="54373" y="1342155"/>
        <a:ext cx="8087125" cy="1005094"/>
      </dsp:txXfrm>
    </dsp:sp>
    <dsp:sp modelId="{6091E7C8-65D5-4660-8AC9-6CBB388693FA}">
      <dsp:nvSpPr>
        <dsp:cNvPr id="0" name=""/>
        <dsp:cNvSpPr/>
      </dsp:nvSpPr>
      <dsp:spPr>
        <a:xfrm>
          <a:off x="0" y="2482262"/>
          <a:ext cx="8195871" cy="111384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API Gateway receives client requests, routes them to backend services, and returns the response.</a:t>
          </a:r>
        </a:p>
      </dsp:txBody>
      <dsp:txXfrm>
        <a:off x="54373" y="2536635"/>
        <a:ext cx="8087125" cy="10050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882239-A8A1-40E6-B88E-88A8890D9182}">
      <dsp:nvSpPr>
        <dsp:cNvPr id="0" name=""/>
        <dsp:cNvSpPr/>
      </dsp:nvSpPr>
      <dsp:spPr>
        <a:xfrm>
          <a:off x="0" y="70194"/>
          <a:ext cx="8195871" cy="64759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Client sends a request to the API endpoint.</a:t>
          </a:r>
        </a:p>
      </dsp:txBody>
      <dsp:txXfrm>
        <a:off x="31613" y="101807"/>
        <a:ext cx="8132645" cy="584369"/>
      </dsp:txXfrm>
    </dsp:sp>
    <dsp:sp modelId="{27890A35-E630-4E6B-B1E2-66FEDA7C9423}">
      <dsp:nvSpPr>
        <dsp:cNvPr id="0" name=""/>
        <dsp:cNvSpPr/>
      </dsp:nvSpPr>
      <dsp:spPr>
        <a:xfrm>
          <a:off x="0" y="795549"/>
          <a:ext cx="8195871" cy="647595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API Gateway receives the request.</a:t>
          </a:r>
        </a:p>
      </dsp:txBody>
      <dsp:txXfrm>
        <a:off x="31613" y="827162"/>
        <a:ext cx="8132645" cy="584369"/>
      </dsp:txXfrm>
    </dsp:sp>
    <dsp:sp modelId="{4ED25278-33CA-4361-80E2-66EDB4F4E5C8}">
      <dsp:nvSpPr>
        <dsp:cNvPr id="0" name=""/>
        <dsp:cNvSpPr/>
      </dsp:nvSpPr>
      <dsp:spPr>
        <a:xfrm>
          <a:off x="0" y="1520905"/>
          <a:ext cx="8195871" cy="647595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API Gateway routes the request to the backend service.</a:t>
          </a:r>
        </a:p>
      </dsp:txBody>
      <dsp:txXfrm>
        <a:off x="31613" y="1552518"/>
        <a:ext cx="8132645" cy="584369"/>
      </dsp:txXfrm>
    </dsp:sp>
    <dsp:sp modelId="{D719AE85-4F96-46ED-A061-52EAB8C9B7FC}">
      <dsp:nvSpPr>
        <dsp:cNvPr id="0" name=""/>
        <dsp:cNvSpPr/>
      </dsp:nvSpPr>
      <dsp:spPr>
        <a:xfrm>
          <a:off x="0" y="2246260"/>
          <a:ext cx="8195871" cy="647595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Backend service processes the request.</a:t>
          </a:r>
        </a:p>
      </dsp:txBody>
      <dsp:txXfrm>
        <a:off x="31613" y="2277873"/>
        <a:ext cx="8132645" cy="584369"/>
      </dsp:txXfrm>
    </dsp:sp>
    <dsp:sp modelId="{6ECC77BF-D77A-40DC-84D6-997157028B31}">
      <dsp:nvSpPr>
        <dsp:cNvPr id="0" name=""/>
        <dsp:cNvSpPr/>
      </dsp:nvSpPr>
      <dsp:spPr>
        <a:xfrm>
          <a:off x="0" y="2971615"/>
          <a:ext cx="8195871" cy="64759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API Gateway returns the response to the client.</a:t>
          </a:r>
        </a:p>
      </dsp:txBody>
      <dsp:txXfrm>
        <a:off x="31613" y="3003228"/>
        <a:ext cx="8132645" cy="5843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325314-28AB-4136-85FD-46E2B90DD6D5}">
      <dsp:nvSpPr>
        <dsp:cNvPr id="0" name=""/>
        <dsp:cNvSpPr/>
      </dsp:nvSpPr>
      <dsp:spPr>
        <a:xfrm>
          <a:off x="827085" y="211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A04B5F-7F3C-4DF2-9098-6DAF1BAEF425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E10DD7-610D-4751-BDB1-76A9978E8405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Fully managed API service</a:t>
          </a:r>
        </a:p>
      </dsp:txBody>
      <dsp:txXfrm>
        <a:off x="518589" y="1265836"/>
        <a:ext cx="1582031" cy="632812"/>
      </dsp:txXfrm>
    </dsp:sp>
    <dsp:sp modelId="{A661DE8E-5764-4D8B-BB28-D828329C000E}">
      <dsp:nvSpPr>
        <dsp:cNvPr id="0" name=""/>
        <dsp:cNvSpPr/>
      </dsp:nvSpPr>
      <dsp:spPr>
        <a:xfrm>
          <a:off x="2685972" y="211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2EFDA9-A1C3-4533-8F69-7FC29A30202C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CE9401-FD68-484F-87C7-25EDECDD4876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Secure and scalable</a:t>
          </a:r>
        </a:p>
      </dsp:txBody>
      <dsp:txXfrm>
        <a:off x="2377476" y="1265836"/>
        <a:ext cx="1582031" cy="632812"/>
      </dsp:txXfrm>
    </dsp:sp>
    <dsp:sp modelId="{EBF03824-4DD5-4C9B-9F55-9CB0997D341E}">
      <dsp:nvSpPr>
        <dsp:cNvPr id="0" name=""/>
        <dsp:cNvSpPr/>
      </dsp:nvSpPr>
      <dsp:spPr>
        <a:xfrm>
          <a:off x="4544859" y="211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100054-00D8-43C7-9CDD-0D4D7A155A4F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F04B9E-5A96-4F18-A989-9F2AB03526A6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Supports serverless architectures</a:t>
          </a:r>
        </a:p>
      </dsp:txBody>
      <dsp:txXfrm>
        <a:off x="4236363" y="1265836"/>
        <a:ext cx="1582031" cy="632812"/>
      </dsp:txXfrm>
    </dsp:sp>
    <dsp:sp modelId="{9E17AAAA-4E7F-4596-9468-606322378059}">
      <dsp:nvSpPr>
        <dsp:cNvPr id="0" name=""/>
        <dsp:cNvSpPr/>
      </dsp:nvSpPr>
      <dsp:spPr>
        <a:xfrm>
          <a:off x="6403746" y="211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63CF04-149B-4DA3-B0C5-111F24626A27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3B349A-BA43-42D7-A756-3F338F01E7B6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Easy to integrate with Lambda</a:t>
          </a:r>
        </a:p>
      </dsp:txBody>
      <dsp:txXfrm>
        <a:off x="6095249" y="1265836"/>
        <a:ext cx="1582031" cy="632812"/>
      </dsp:txXfrm>
    </dsp:sp>
    <dsp:sp modelId="{17694161-3DC6-4E2F-A464-E8F47CE9C511}">
      <dsp:nvSpPr>
        <dsp:cNvPr id="0" name=""/>
        <dsp:cNvSpPr/>
      </dsp:nvSpPr>
      <dsp:spPr>
        <a:xfrm>
          <a:off x="3615415" y="2294156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7C090F-4F91-43BD-82FB-2C2FBC171049}">
      <dsp:nvSpPr>
        <dsp:cNvPr id="0" name=""/>
        <dsp:cNvSpPr/>
      </dsp:nvSpPr>
      <dsp:spPr>
        <a:xfrm>
          <a:off x="3821080" y="2499820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74F96C-843D-4BCE-B552-B7AEF786DA6D}">
      <dsp:nvSpPr>
        <dsp:cNvPr id="0" name=""/>
        <dsp:cNvSpPr/>
      </dsp:nvSpPr>
      <dsp:spPr>
        <a:xfrm>
          <a:off x="3306919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Useful for web, mobile, and microservices applications</a:t>
          </a:r>
        </a:p>
      </dsp:txBody>
      <dsp:txXfrm>
        <a:off x="3306919" y="3559781"/>
        <a:ext cx="1582031" cy="6328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186648-CBE8-47CD-AA91-B0C463EB1040}">
      <dsp:nvSpPr>
        <dsp:cNvPr id="0" name=""/>
        <dsp:cNvSpPr/>
      </dsp:nvSpPr>
      <dsp:spPr>
        <a:xfrm>
          <a:off x="0" y="0"/>
          <a:ext cx="6966490" cy="110682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Amazon API Gateway simplifies API creation and management in AWS</a:t>
          </a:r>
        </a:p>
      </dsp:txBody>
      <dsp:txXfrm>
        <a:off x="32418" y="32418"/>
        <a:ext cx="5772143" cy="1041985"/>
      </dsp:txXfrm>
    </dsp:sp>
    <dsp:sp modelId="{1AF716EC-1C3E-4B8A-8D1D-727C772177B8}">
      <dsp:nvSpPr>
        <dsp:cNvPr id="0" name=""/>
        <dsp:cNvSpPr/>
      </dsp:nvSpPr>
      <dsp:spPr>
        <a:xfrm>
          <a:off x="614690" y="1291291"/>
          <a:ext cx="6966490" cy="1106821"/>
        </a:xfrm>
        <a:prstGeom prst="roundRect">
          <a:avLst>
            <a:gd name="adj" fmla="val 100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It securely exposes backend services to external clients</a:t>
          </a:r>
        </a:p>
      </dsp:txBody>
      <dsp:txXfrm>
        <a:off x="647108" y="1323709"/>
        <a:ext cx="5567530" cy="1041985"/>
      </dsp:txXfrm>
    </dsp:sp>
    <dsp:sp modelId="{E7B045C2-8712-41C5-ABCC-D11A849ABF2F}">
      <dsp:nvSpPr>
        <dsp:cNvPr id="0" name=""/>
        <dsp:cNvSpPr/>
      </dsp:nvSpPr>
      <dsp:spPr>
        <a:xfrm>
          <a:off x="1229380" y="2582583"/>
          <a:ext cx="6966490" cy="1106821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 this implementation, API Gateway successfully invoked Lambda and returned the expected response</a:t>
          </a:r>
        </a:p>
      </dsp:txBody>
      <dsp:txXfrm>
        <a:off x="1261798" y="2615001"/>
        <a:ext cx="5567530" cy="1041985"/>
      </dsp:txXfrm>
    </dsp:sp>
    <dsp:sp modelId="{3F6C3055-B711-4B7A-9709-FB89E639BFBF}">
      <dsp:nvSpPr>
        <dsp:cNvPr id="0" name=""/>
        <dsp:cNvSpPr/>
      </dsp:nvSpPr>
      <dsp:spPr>
        <a:xfrm>
          <a:off x="6247056" y="839339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6408928" y="839339"/>
        <a:ext cx="395689" cy="541373"/>
      </dsp:txXfrm>
    </dsp:sp>
    <dsp:sp modelId="{39000C51-2F39-4618-856A-35B0D1DB5F85}">
      <dsp:nvSpPr>
        <dsp:cNvPr id="0" name=""/>
        <dsp:cNvSpPr/>
      </dsp:nvSpPr>
      <dsp:spPr>
        <a:xfrm>
          <a:off x="6861746" y="2123252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7023618" y="2123252"/>
        <a:ext cx="395689" cy="5413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792" y="-1"/>
            <a:ext cx="9169464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31469" y="-3"/>
            <a:ext cx="8829202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400" y="0"/>
            <a:ext cx="2717530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1906" y="-3"/>
            <a:ext cx="9175185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505509" y="212908"/>
            <a:ext cx="6861931" cy="6448394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269287" y="1712598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5914" y="818984"/>
            <a:ext cx="7604357" cy="3178689"/>
          </a:xfrm>
        </p:spPr>
        <p:txBody>
          <a:bodyPr>
            <a:normAutofit/>
          </a:bodyPr>
          <a:lstStyle/>
          <a:p>
            <a:pPr algn="l"/>
            <a:r>
              <a:rPr lang="en-US" sz="4200" b="1" dirty="0">
                <a:solidFill>
                  <a:srgbClr val="FFFFFF"/>
                </a:solidFill>
              </a:rPr>
              <a:t>	</a:t>
            </a:r>
            <a:r>
              <a:rPr lang="en-US" sz="6000" b="1" dirty="0">
                <a:solidFill>
                  <a:srgbClr val="FFFFFF"/>
                </a:solidFill>
              </a:rPr>
              <a:t>Amazon API Gateway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4490110"/>
            <a:ext cx="9163282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14047" y="4960961"/>
            <a:ext cx="5291920" cy="1078054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                   Manisha Akkapally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 b="1">
                <a:solidFill>
                  <a:srgbClr val="FFFFFF"/>
                </a:solidFill>
              </a:rPr>
              <a:t>What is Amazon API Gateway?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49E2F4-D028-6E30-9DED-EBABBD3598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0222214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B2C3D-CB2E-7328-DE09-6B8613D52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b="1" u="sng" dirty="0">
                <a:solidFill>
                  <a:srgbClr val="FFFFFF"/>
                </a:solidFill>
              </a:rPr>
              <a:t>TYPES OF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1268C-4F95-D07D-4CFC-A49EDB7A5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1219200"/>
            <a:ext cx="7293023" cy="4782355"/>
          </a:xfrm>
        </p:spPr>
        <p:txBody>
          <a:bodyPr anchor="ctr">
            <a:normAutofit/>
          </a:bodyPr>
          <a:lstStyle/>
          <a:p>
            <a:r>
              <a:rPr lang="en-US" sz="2800" dirty="0"/>
              <a:t>Amazon API Gateway supports three types of APIs:</a:t>
            </a:r>
          </a:p>
          <a:p>
            <a:pPr marL="0" indent="0">
              <a:buNone/>
            </a:pPr>
            <a:r>
              <a:rPr lang="en-US" sz="2800" dirty="0"/>
              <a:t>1.REST API </a:t>
            </a:r>
          </a:p>
          <a:p>
            <a:pPr marL="0" indent="0">
              <a:buNone/>
            </a:pPr>
            <a:r>
              <a:rPr lang="en-US" sz="2800" dirty="0"/>
              <a:t>2.HTTP API </a:t>
            </a:r>
          </a:p>
          <a:p>
            <a:pPr marL="0" indent="0">
              <a:buNone/>
            </a:pPr>
            <a:r>
              <a:rPr lang="en-US" sz="2800" dirty="0"/>
              <a:t>3.WebSocket API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985124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95DAA-FCA6-B607-DD18-036AE4DF0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REST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D910F-C971-750B-20D8-A396C4664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REST API is the most commonly used API type in API Gateway.</a:t>
            </a:r>
          </a:p>
          <a:p>
            <a:r>
              <a:rPr lang="en-US" dirty="0"/>
              <a:t>It is used to build traditional RESTful services where clients send HTTP requests such as:</a:t>
            </a:r>
          </a:p>
          <a:p>
            <a:r>
              <a:rPr lang="en-US" dirty="0"/>
              <a:t>GET </a:t>
            </a:r>
          </a:p>
          <a:p>
            <a:r>
              <a:rPr lang="en-US" dirty="0"/>
              <a:t>POST </a:t>
            </a:r>
          </a:p>
          <a:p>
            <a:r>
              <a:rPr lang="en-US" dirty="0"/>
              <a:t>PUT </a:t>
            </a:r>
          </a:p>
          <a:p>
            <a:r>
              <a:rPr lang="en-US" dirty="0"/>
              <a:t>DELETE </a:t>
            </a:r>
          </a:p>
          <a:p>
            <a:r>
              <a:rPr lang="en-US" b="1" dirty="0"/>
              <a:t>Features</a:t>
            </a:r>
          </a:p>
          <a:p>
            <a:r>
              <a:rPr lang="en-US" dirty="0"/>
              <a:t>Full API management features </a:t>
            </a:r>
          </a:p>
          <a:p>
            <a:r>
              <a:rPr lang="en-US" dirty="0"/>
              <a:t>Supports API Keys </a:t>
            </a:r>
          </a:p>
          <a:p>
            <a:r>
              <a:rPr lang="en-US" dirty="0"/>
              <a:t>Supports Usage Plans </a:t>
            </a:r>
          </a:p>
          <a:p>
            <a:r>
              <a:rPr lang="en-US" dirty="0"/>
              <a:t>Request/Response transformation </a:t>
            </a:r>
          </a:p>
          <a:p>
            <a:r>
              <a:rPr lang="en-US" dirty="0"/>
              <a:t>Fine-grained security </a:t>
            </a:r>
          </a:p>
          <a:p>
            <a:r>
              <a:rPr lang="en-US" dirty="0"/>
              <a:t>Works with Lambda, EC2, and HTTP backends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113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439D8-E835-6980-4C3D-47E4A3532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HTTP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5DB37-86C2-3A8A-9422-CE3BE18CC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HTTP API is a simpler and lower-cost API </a:t>
            </a:r>
            <a:r>
              <a:rPr lang="en-US" dirty="0" err="1"/>
              <a:t>type.It</a:t>
            </a:r>
            <a:r>
              <a:rPr lang="en-US" dirty="0"/>
              <a:t> is designed for lightweight and high-performance APIs.</a:t>
            </a:r>
          </a:p>
          <a:p>
            <a:r>
              <a:rPr lang="en-US" b="1" dirty="0"/>
              <a:t>Features</a:t>
            </a:r>
          </a:p>
          <a:p>
            <a:r>
              <a:rPr lang="en-US" dirty="0"/>
              <a:t>Faster than REST API </a:t>
            </a:r>
          </a:p>
          <a:p>
            <a:r>
              <a:rPr lang="en-US" dirty="0"/>
              <a:t>Lower cost </a:t>
            </a:r>
          </a:p>
          <a:p>
            <a:r>
              <a:rPr lang="en-US" dirty="0"/>
              <a:t>Simple routing </a:t>
            </a:r>
          </a:p>
          <a:p>
            <a:r>
              <a:rPr lang="en-US" dirty="0"/>
              <a:t>Supports Lambda and HTTP backends </a:t>
            </a:r>
          </a:p>
          <a:p>
            <a:r>
              <a:rPr lang="en-US" dirty="0"/>
              <a:t>Built-in JWT / OAuth support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329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983B6-3FF4-A242-28DB-693C8BB76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WebSocket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24096-CCD7-B1DF-8163-96612AAEC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WebSocket API is used for real-time two-way communication.</a:t>
            </a:r>
          </a:p>
          <a:p>
            <a:r>
              <a:rPr lang="en-US" dirty="0"/>
              <a:t>Unlike REST and HTTP APIs, WebSocket keeps the connection open between client and server.</a:t>
            </a:r>
          </a:p>
          <a:p>
            <a:r>
              <a:rPr lang="en-US" b="1" dirty="0"/>
              <a:t>Features</a:t>
            </a:r>
          </a:p>
          <a:p>
            <a:r>
              <a:rPr lang="en-US" dirty="0"/>
              <a:t>Real-time communication </a:t>
            </a:r>
          </a:p>
          <a:p>
            <a:r>
              <a:rPr lang="en-US" dirty="0"/>
              <a:t>Two-way messaging </a:t>
            </a:r>
          </a:p>
          <a:p>
            <a:r>
              <a:rPr lang="en-US" dirty="0"/>
              <a:t>Persistent connection </a:t>
            </a:r>
          </a:p>
          <a:p>
            <a:r>
              <a:rPr lang="en-US" dirty="0"/>
              <a:t>Event-based communication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848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 b="1">
                <a:solidFill>
                  <a:srgbClr val="FFFFFF"/>
                </a:solidFill>
              </a:rPr>
              <a:t>How API Gateway Works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12A15A-98BB-8807-EEA9-DD94B0285B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3831220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b="1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/>
              <a:t>Create and manage REST, HTTP, and WebSocket APIs</a:t>
            </a:r>
          </a:p>
          <a:p>
            <a:r>
              <a:rPr lang="en-US" sz="1700"/>
              <a:t>Secure APIs using IAM, API Keys, Cognito, and Authorizers</a:t>
            </a:r>
          </a:p>
          <a:p>
            <a:r>
              <a:rPr lang="en-US" sz="1700"/>
              <a:t>Traffic management with throttling and request limits</a:t>
            </a:r>
          </a:p>
          <a:p>
            <a:r>
              <a:rPr lang="en-US" sz="1700"/>
              <a:t>Built-in monitoring using CloudWatch</a:t>
            </a:r>
          </a:p>
          <a:p>
            <a:r>
              <a:rPr lang="en-US" sz="1700"/>
              <a:t>Scalable and fully managed service</a:t>
            </a:r>
          </a:p>
          <a:p>
            <a:r>
              <a:rPr lang="en-US" sz="1700"/>
              <a:t>Easy integration with AWS services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b="1">
                <a:solidFill>
                  <a:srgbClr val="FFFFFF"/>
                </a:solidFill>
              </a:rPr>
              <a:t>Use Case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/>
              <a:t>Built a REST API using Amazon API Gateway</a:t>
            </a:r>
          </a:p>
          <a:p>
            <a:r>
              <a:rPr lang="en-US" sz="1700"/>
              <a:t>Created resource path: /home</a:t>
            </a:r>
          </a:p>
          <a:p>
            <a:r>
              <a:rPr lang="en-US" sz="1700"/>
              <a:t>Configured GET method on /home</a:t>
            </a:r>
          </a:p>
          <a:p>
            <a:r>
              <a:rPr lang="en-US" sz="1700"/>
              <a:t>Integrated API Gateway with AWS Lambda</a:t>
            </a:r>
          </a:p>
          <a:p>
            <a:r>
              <a:rPr lang="en-US" sz="1700"/>
              <a:t>Lambda function returns: Hello from AWS Lambda!</a:t>
            </a:r>
          </a:p>
          <a:p>
            <a:r>
              <a:rPr lang="en-US" sz="1700"/>
              <a:t>Deployed API to stage: Deploy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b="1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/>
              <a:t>Client Request → API Gateway → AWS Lambda → Response</a:t>
            </a:r>
          </a:p>
          <a:p>
            <a:r>
              <a:rPr lang="en-US" sz="1700"/>
              <a:t>API Gateway acts as the entry point for external requests</a:t>
            </a:r>
          </a:p>
          <a:p>
            <a:r>
              <a:rPr lang="en-US" sz="1700"/>
              <a:t>Lambda processes the request and returns the response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E6B7F0-8BD5-6F94-4D61-235BDA0E2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19913C-2A46-58AE-E7C0-7234046EA6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168" y="2365806"/>
            <a:ext cx="8495662" cy="3653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473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b="1">
                <a:solidFill>
                  <a:srgbClr val="FFFFFF"/>
                </a:solidFill>
              </a:rPr>
              <a:t>Live Execution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/>
              <a:t>Created REST API in API Gateway</a:t>
            </a:r>
          </a:p>
          <a:p>
            <a:r>
              <a:rPr lang="en-US" sz="1700"/>
              <a:t>Added /home resource</a:t>
            </a:r>
          </a:p>
          <a:p>
            <a:r>
              <a:rPr lang="en-US" sz="1700"/>
              <a:t>Configured GET method</a:t>
            </a:r>
          </a:p>
          <a:p>
            <a:r>
              <a:rPr lang="en-US" sz="1700"/>
              <a:t>Integrated Lambda function</a:t>
            </a:r>
          </a:p>
          <a:p>
            <a:r>
              <a:rPr lang="en-US" sz="1700"/>
              <a:t>Deployed API</a:t>
            </a:r>
          </a:p>
          <a:p>
            <a:r>
              <a:rPr lang="en-US" sz="1700"/>
              <a:t>Tested endpoint successfully in browser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b="1">
                <a:solidFill>
                  <a:srgbClr val="FFFFFF"/>
                </a:solidFill>
              </a:rPr>
              <a:t>Tested Endpoint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/>
              <a:t>Invoke URL used:</a:t>
            </a:r>
          </a:p>
          <a:p>
            <a:r>
              <a:rPr lang="en-US" sz="1700"/>
              <a:t>https://fmjp76t4a1.execute-api.us-east-1.amazonaws.com/Deploy/home</a:t>
            </a:r>
          </a:p>
          <a:p>
            <a:r>
              <a:rPr lang="en-US" sz="1700"/>
              <a:t>Response received successfully:</a:t>
            </a:r>
          </a:p>
          <a:p>
            <a:r>
              <a:rPr lang="en-US" sz="1700"/>
              <a:t>Hello from AWS Lambda!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b="1" dirty="0">
                <a:solidFill>
                  <a:srgbClr val="FFFFFF"/>
                </a:solidFill>
              </a:rPr>
              <a:t>Benefits of API Gateway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773C365-5D2C-D627-BAFD-D734152CE2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65887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 b="1" dirty="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766B2B-FD58-8E63-98B8-B2BC0E56A5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2175219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24</TotalTime>
  <Words>505</Words>
  <Application>Microsoft Office PowerPoint</Application>
  <PresentationFormat>On-screen Show (4:3)</PresentationFormat>
  <Paragraphs>88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 Amazon API Gateway</vt:lpstr>
      <vt:lpstr>What is Amazon API Gateway?</vt:lpstr>
      <vt:lpstr>TYPES OF API</vt:lpstr>
      <vt:lpstr>REST API</vt:lpstr>
      <vt:lpstr>HTTP API</vt:lpstr>
      <vt:lpstr>WebSocket API</vt:lpstr>
      <vt:lpstr>How API Gateway Works</vt:lpstr>
      <vt:lpstr>Key Features</vt:lpstr>
      <vt:lpstr>Use Case Implemented</vt:lpstr>
      <vt:lpstr>Architecture</vt:lpstr>
      <vt:lpstr>FLOW</vt:lpstr>
      <vt:lpstr>Live Execution Flow</vt:lpstr>
      <vt:lpstr>Tested Endpoint</vt:lpstr>
      <vt:lpstr>Benefits of API Gateway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manisha reddy</dc:creator>
  <cp:keywords/>
  <dc:description>generated using python-pptx</dc:description>
  <cp:lastModifiedBy>Akkapally, Manisha (Student)</cp:lastModifiedBy>
  <cp:revision>2</cp:revision>
  <dcterms:created xsi:type="dcterms:W3CDTF">2013-01-27T09:14:16Z</dcterms:created>
  <dcterms:modified xsi:type="dcterms:W3CDTF">2026-05-06T12:38:09Z</dcterms:modified>
  <cp:category/>
</cp:coreProperties>
</file>